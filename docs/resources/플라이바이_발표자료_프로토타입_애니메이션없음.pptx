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9ec8c974514571" /><Relationship Type="http://schemas.openxmlformats.org/officeDocument/2006/relationships/extended-properties" Target="/docProps/app.xml" Id="Rf70f9a8ee80a4e8b" /><Relationship Type="http://schemas.openxmlformats.org/officeDocument/2006/relationships/officeDocument" Target="/ppt/presentation.xml" Id="R8f5884a20f5d44f2" /></Relationships>
</file>

<file path=ppt/presentation.xml><?xml version="1.0" encoding="utf-8"?>
<p:presentation xmlns:p="http://schemas.openxmlformats.org/presentationml/2006/main">
  <p:sldMasterIdLst>
    <p:sldMasterId xmlns:r="http://schemas.openxmlformats.org/officeDocument/2006/relationships" id="2147483648" r:id="R42537cf3df8b42d3"/>
  </p:sldMasterIdLst>
  <p:notesMasterIdLst>
    <p:notesMasterId xmlns:r="http://schemas.openxmlformats.org/officeDocument/2006/relationships" r:id="Radcd17a965a84c91"/>
  </p:notesMasterIdLst>
  <p:sldIdLst>
    <p:sldId xmlns:r="http://schemas.openxmlformats.org/officeDocument/2006/relationships" id="256" r:id="R30b7160549094062"/>
    <p:sldId xmlns:r="http://schemas.openxmlformats.org/officeDocument/2006/relationships" id="257" r:id="Rb96580a3d5a34c6b"/>
    <p:sldId xmlns:r="http://schemas.openxmlformats.org/officeDocument/2006/relationships" id="258" r:id="R731184e62bb04715"/>
    <p:sldId xmlns:r="http://schemas.openxmlformats.org/officeDocument/2006/relationships" id="259" r:id="Rf07aaed73e0c4d0e"/>
    <p:sldId xmlns:r="http://schemas.openxmlformats.org/officeDocument/2006/relationships" id="260" r:id="Rf48676de694149f7"/>
    <p:sldId xmlns:r="http://schemas.openxmlformats.org/officeDocument/2006/relationships" id="261" r:id="Rc8b9e67219de42a4"/>
    <p:sldId xmlns:r="http://schemas.openxmlformats.org/officeDocument/2006/relationships" id="262" r:id="Rd8ea7d84b1884fda"/>
    <p:sldId xmlns:r="http://schemas.openxmlformats.org/officeDocument/2006/relationships" id="263" r:id="Rf3bae265e9c044a8"/>
    <p:sldId xmlns:r="http://schemas.openxmlformats.org/officeDocument/2006/relationships" id="264" r:id="Rd70541f816664bfd"/>
    <p:sldId xmlns:r="http://schemas.openxmlformats.org/officeDocument/2006/relationships" id="265" r:id="R0b5bde456f744c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ae13994c994b21" /><Relationship Type="http://schemas.openxmlformats.org/officeDocument/2006/relationships/slideMaster" Target="/ppt/slideMasters/slideMaster1.xml" Id="R42537cf3df8b42d3" /><Relationship Type="http://schemas.openxmlformats.org/officeDocument/2006/relationships/notesMaster" Target="/ppt/notesMasters/notesMaster1.xml" Id="Radcd17a965a84c91" /><Relationship Type="http://schemas.openxmlformats.org/officeDocument/2006/relationships/presProps" Target="/ppt/presProps.xml" Id="R08f8bc76692b4257" /><Relationship Type="http://schemas.openxmlformats.org/officeDocument/2006/relationships/tableStyles" Target="/ppt/tableStyles.xml" Id="Rf98527d370344d76" /><Relationship Type="http://schemas.openxmlformats.org/officeDocument/2006/relationships/slide" Target="/ppt/slides/slide1.xml" Id="R30b7160549094062" /><Relationship Type="http://schemas.openxmlformats.org/officeDocument/2006/relationships/slide" Target="/ppt/slides/slide2.xml" Id="Rb96580a3d5a34c6b" /><Relationship Type="http://schemas.openxmlformats.org/officeDocument/2006/relationships/slide" Target="/ppt/slides/slide3.xml" Id="R731184e62bb04715" /><Relationship Type="http://schemas.openxmlformats.org/officeDocument/2006/relationships/slide" Target="/ppt/slides/slide4.xml" Id="Rf07aaed73e0c4d0e" /><Relationship Type="http://schemas.openxmlformats.org/officeDocument/2006/relationships/slide" Target="/ppt/slides/slide5.xml" Id="Rf48676de694149f7" /><Relationship Type="http://schemas.openxmlformats.org/officeDocument/2006/relationships/slide" Target="/ppt/slides/slide6.xml" Id="Rc8b9e67219de42a4" /><Relationship Type="http://schemas.openxmlformats.org/officeDocument/2006/relationships/slide" Target="/ppt/slides/slide7.xml" Id="Rd8ea7d84b1884fda" /><Relationship Type="http://schemas.openxmlformats.org/officeDocument/2006/relationships/slide" Target="/ppt/slides/slide8.xml" Id="Rf3bae265e9c044a8" /><Relationship Type="http://schemas.openxmlformats.org/officeDocument/2006/relationships/slide" Target="/ppt/slides/slide9.xml" Id="Rd70541f816664bfd" /><Relationship Type="http://schemas.openxmlformats.org/officeDocument/2006/relationships/slide" Target="/ppt/slides/slide10.xml" Id="R0b5bde456f744c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9a5a845f5241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ae8b97227b4d95" /><Relationship Type="http://schemas.openxmlformats.org/officeDocument/2006/relationships/notesMaster" Target="/ppt/notesMasters/notesMaster1.xml" Id="R0d1f2878d3e749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0f8c6e71fb4f5f" /><Relationship Type="http://schemas.openxmlformats.org/officeDocument/2006/relationships/notesMaster" Target="/ppt/notesMasters/notesMaster1.xml" Id="R8ddcad2d703141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5020d308f54c9e" /><Relationship Type="http://schemas.openxmlformats.org/officeDocument/2006/relationships/notesMaster" Target="/ppt/notesMasters/notesMaster1.xml" Id="Rbbd4cc5d84794c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a7a97eb1954ca7" /><Relationship Type="http://schemas.openxmlformats.org/officeDocument/2006/relationships/notesMaster" Target="/ppt/notesMasters/notesMaster1.xml" Id="Ra299f3e354b547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9c4046395e4959" /><Relationship Type="http://schemas.openxmlformats.org/officeDocument/2006/relationships/notesMaster" Target="/ppt/notesMasters/notesMaster1.xml" Id="R704ba88451ae46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58fe11dfdb443b" /><Relationship Type="http://schemas.openxmlformats.org/officeDocument/2006/relationships/notesMaster" Target="/ppt/notesMasters/notesMaster1.xml" Id="Rec1888fe47eb48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ee5c27d42144b2" /><Relationship Type="http://schemas.openxmlformats.org/officeDocument/2006/relationships/notesMaster" Target="/ppt/notesMasters/notesMaster1.xml" Id="R32802547e25c49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03393bcdbd4a55" /><Relationship Type="http://schemas.openxmlformats.org/officeDocument/2006/relationships/notesMaster" Target="/ppt/notesMasters/notesMaster1.xml" Id="R8cb298d920334e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138701afde42a7" /><Relationship Type="http://schemas.openxmlformats.org/officeDocument/2006/relationships/notesMaster" Target="/ppt/notesMasters/notesMaster1.xml" Id="R80fb44c1b5e24b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fbc787d9394784" /><Relationship Type="http://schemas.openxmlformats.org/officeDocument/2006/relationships/notesMaster" Target="/ppt/notesMasters/notesMaster1.xml" Id="R349a17f9078243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플라이바이, 그중에서도 행성의 중력을 이용하는 중력 도움을 살펴보겠습니다.</a:t>
            </a:r>
          </a:p>
          <a:p xmlns:a="http://schemas.openxmlformats.org/drawingml/2006/main">
            <a:r>
              <a:t/>
            </a:r>
          </a:p>
          <a:p xmlns:a="http://schemas.openxmlformats.org/drawingml/2006/main">
            <a:r>
              <a:t>참고 자료</a:t>
            </a:r>
          </a:p>
          <a:p xmlns:a="http://schemas.openxmlformats.org/drawingml/2006/main">
            <a:r>
              <a:t>https://science.nasa.gov/learn/basics-of-space-flight/primer/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보통 더 먼 곳으로 가려면 더 오래 걸린다고 생각합니다. 같은 속력이라면 맞는 말입니다. 그런데 우주에서는 여행 중 속력이 달라지고, 목적지에 도착할 때 필요한 조건도 다릅니다. 그래서 목적지가 더 멀다는 이유만으로 중간 지점에도 반드시 늦게 도착한다고 단정할 수는 없습니다. 오늘은 거리만으로 설명하기 어려운 우주여행을, 행성의 중력을 이용하는 방법과 연결해 보겠습니다.</a:t>
            </a:r>
          </a:p>
          <a:p xmlns:a="http://schemas.openxmlformats.org/drawingml/2006/main">
            <a:r>
              <a:t/>
            </a:r>
          </a:p>
          <a:p xmlns:a="http://schemas.openxmlformats.org/drawingml/2006/main">
            <a:r>
              <a:t>참고 자료</a:t>
            </a:r>
          </a:p>
          <a:p xmlns:a="http://schemas.openxmlformats.org/drawingml/2006/main">
            <a:r>
              <a:t>https://science.nasa.gov/learn/basics-of-space-flight/primer/</a:t>
            </a:r>
          </a:p>
          <a:p xmlns:a="http://schemas.openxmlformats.org/drawingml/2006/main">
            <a:r>
              <a:t>https://www.esa.int/Enabling_Support/Operations/What_are_gravity_assists</a:t>
            </a:r>
          </a:p>
          <a:p xmlns:a="http://schemas.openxmlformats.org/drawingml/2006/main">
            <a:r>
              <a:t>태양계 상상도: NASA/JPL-Caltech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지구를 떠나려면 먼저 지구의 중력에 맞서 멀어져야 합니다. 로켓은 추진제를 태워 속도를 높입니다. 이때 필요한 에너지를 중력 웅덩이로 생각해 볼 수 있습니다. 깊은 곳에서 밖으로 올라오려면 에너지가 필요한 것과 비슷합니다. 실제 우주에 이런 구멍이 있다는 뜻은 아닙니다. 출발에 필요한 에너지는 여전히 필요하지만, 출발 이후에는 다른 행성의 중력을 여행에 이용할 수 있습니다.</a:t>
            </a:r>
          </a:p>
          <a:p xmlns:a="http://schemas.openxmlformats.org/drawingml/2006/main">
            <a:r>
              <a:t/>
            </a:r>
          </a:p>
          <a:p xmlns:a="http://schemas.openxmlformats.org/drawingml/2006/main">
            <a:r>
              <a:t>참고 자료</a:t>
            </a:r>
          </a:p>
          <a:p xmlns:a="http://schemas.openxmlformats.org/drawingml/2006/main">
            <a:r>
              <a:t>https://science.nasa.gov/learn/basics-of-space-flight/primer/</a:t>
            </a:r>
          </a:p>
          <a:p xmlns:a="http://schemas.openxmlformats.org/drawingml/2006/main">
            <a:r>
              <a:t>중력 웅덩이 개념도: AI 생성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천체 가까이를 지나가는 비행을 플라이바이라고 합니다. 그중 천체의 중력을 이용해 탐사선의 궤도를 바꾸는 방법을 중력 도움이라고 합니다. 행성 가까이를 지나면 중력이 진행 방향을 휘게 만듭니다. 경로를 잘 정하면 엔진만으로 같은 변화를 만드는 데 필요한 추진제를 줄일 수 있습니다. 태양을 기준으로 속력을 높이거나 낮출 수도 있고, 진행 방향도 바꿀 수 있습니다. 목적지에 필요한 변화에 맞춰 경로를 정합니다.</a:t>
            </a:r>
          </a:p>
          <a:p xmlns:a="http://schemas.openxmlformats.org/drawingml/2006/main">
            <a:r>
              <a:t/>
            </a:r>
          </a:p>
          <a:p xmlns:a="http://schemas.openxmlformats.org/drawingml/2006/main">
            <a:r>
              <a:t>참고 자료</a:t>
            </a:r>
          </a:p>
          <a:p xmlns:a="http://schemas.openxmlformats.org/drawingml/2006/main">
            <a:r>
              <a:t>https://science.nasa.gov/learn/basics-of-space-flight/primer/</a:t>
            </a:r>
          </a:p>
          <a:p xmlns:a="http://schemas.openxmlformats.org/drawingml/2006/main">
            <a:r>
              <a:t>https://www.esa.int/Enabling_Support/Operations/What_are_gravity_assists</a:t>
            </a:r>
          </a:p>
          <a:p xmlns:a="http://schemas.openxmlformats.org/drawingml/2006/main">
            <a:r>
              <a:t>행성 근접 통과 상상도: ESA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행성에서 보겠습니다. 탐사선은 가까워질 때 중력에 끌려 빨라지고, 멀어질 때 다시 느려집니다. 엔진을 쓰지 않고 다른 천체의 영향을 무시하면, 충분히 먼 통과 전후의 속력은 거의 같습니다. 대신 진행 방향이 달라집니다.</a:t>
            </a:r>
          </a:p>
          <a:p xmlns:a="http://schemas.openxmlformats.org/drawingml/2006/main">
            <a:r>
              <a:t/>
            </a:r>
          </a:p>
          <a:p xmlns:a="http://schemas.openxmlformats.org/drawingml/2006/main">
            <a:r>
              <a:t>여기서 "그런데 왜 더 빨라질까?"라는 질문을 던지고, 같은 장면을 태양 기준으로 이어서 보겠습니다. 행성은 태양 주위를 움직이고 있습니다. 움직이는 행성의 중력이 탐사선의 방향을 바꾸면, 태양에서 본 속력도 바뀔 수 있습니다. 탐사선이 행성의 운동 에너지를 조금 전달받으면 빨라지고, 반대의 경로에서는 느려질 수도 있습니다. 에너지가 새로 생기는 것은 아닙니다. 행성의 변화는 매우 작지만 탐사선에는 큰 차이가 납니다. 같은 통과를 어디에서 보느냐에 따라 두 설명이 함께 성립합니다.</a:t>
            </a:r>
          </a:p>
          <a:p xmlns:a="http://schemas.openxmlformats.org/drawingml/2006/main">
            <a:r>
              <a:t/>
            </a:r>
          </a:p>
          <a:p xmlns:a="http://schemas.openxmlformats.org/drawingml/2006/main">
            <a:r>
              <a:t>참고 자료</a:t>
            </a:r>
          </a:p>
          <a:p xmlns:a="http://schemas.openxmlformats.org/drawingml/2006/main">
            <a:r>
              <a:t>https://science.nasa.gov/learn/basics-of-space-flight/primer/</a:t>
            </a:r>
          </a:p>
          <a:p xmlns:a="http://schemas.openxmlformats.org/drawingml/2006/main">
            <a:r>
              <a:t>https://www.esa.int/Enabling_Support/Operations/What_are_gravity_assists</a:t>
            </a:r>
          </a:p>
          <a:p xmlns:a="http://schemas.openxmlformats.org/drawingml/2006/main">
            <a:r>
              <a:t>속도 개념도: NASA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더 긴 경로를 선택하는 이유를 알 수 있습니다. 중력 도움으로 얻은 속력이 비행 시간을 줄이는 데 유리한 경우가 있습니다. 반대로 시간이 더 걸려도 추진제를 아끼는 경로를 고를 수 있습니다. 두 효과를 언제나 동시에 얻는 것은 아닙니다. 더 멀리 돌아가면 무조건 빠르다는 뜻이 아니라, 임무의 목표에 맞는 경로가 달라진다는 뜻입니다. 다음 로제타 사례도 직항보다 빨랐다는 증거가 아니라, 여러 번 중력 도움을 연결한 사례로 보겠습니다.</a:t>
            </a:r>
          </a:p>
          <a:p xmlns:a="http://schemas.openxmlformats.org/drawingml/2006/main">
            <a:r>
              <a:t/>
            </a:r>
          </a:p>
          <a:p xmlns:a="http://schemas.openxmlformats.org/drawingml/2006/main">
            <a:r>
              <a:t>참고 자료</a:t>
            </a:r>
          </a:p>
          <a:p xmlns:a="http://schemas.openxmlformats.org/drawingml/2006/main">
            <a:r>
              <a:t>https://science.nasa.gov/learn/basics-of-space-flight/primer/</a:t>
            </a:r>
          </a:p>
          <a:p xmlns:a="http://schemas.openxmlformats.org/drawingml/2006/main">
            <a:r>
              <a:t>https://www.esa.int/Enabling_Support/Operations/What_are_gravity_assists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행성 가까이를 지나기만 하면 원하는 결과를 얻는 것은 아닙니다. 어느 방향에서 접근하는지, 얼마나 가까이 지나는지, 어떤 속력으로 들어오는지에 따라 나가는 궤도가 달라집니다. 또 행성도 움직이므로 만날 시점의 위치를 미리 계산해야 합니다. 그 위치에 맞춰 출발 시기와 통과 경로를 정합니다. 가까이 지나갈수록 언제나 좋은 것도 아닙니다. 원하는 방향으로 궤도를 바꾸면서 안전하게 지나갈 수 있어야 합니다.</a:t>
            </a:r>
          </a:p>
          <a:p xmlns:a="http://schemas.openxmlformats.org/drawingml/2006/main">
            <a:r>
              <a:t/>
            </a:r>
          </a:p>
          <a:p xmlns:a="http://schemas.openxmlformats.org/drawingml/2006/main">
            <a:r>
              <a:t>참고 자료</a:t>
            </a:r>
          </a:p>
          <a:p xmlns:a="http://schemas.openxmlformats.org/drawingml/2006/main">
            <a:r>
              <a:t>https://science.nasa.gov/learn/basics-of-space-flight/primer/</a:t>
            </a:r>
          </a:p>
          <a:p xmlns:a="http://schemas.openxmlformats.org/drawingml/2006/main">
            <a:r>
              <a:t>https://www.esa.int/Enabling_Support/Operations/What_are_gravity_assists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로제타는 혜성 67P를 탐사하기 위해 2004년에 발사된 탐사선입니다. 목표는 혜성을 한 번 지나치고 끝내는 것이 아니라, 함께 움직이면서 가까이에서 관측하는 것이었습니다. 그래서 위치에 도착하는 것뿐 아니라 혜성과의 상대 속력과 진행 방향도 맞춰야 했습니다. 로제타는 여러 차례 행성 중력 도움으로 큰 경로를 만들었고, 궤도 수정과 혜성 접근에는 엔진도 사용했습니다.</a:t>
            </a:r>
          </a:p>
          <a:p xmlns:a="http://schemas.openxmlformats.org/drawingml/2006/main">
            <a:r>
              <a:t/>
            </a:r>
          </a:p>
          <a:p xmlns:a="http://schemas.openxmlformats.org/drawingml/2006/main">
            <a:r>
              <a:t>참고 자료</a:t>
            </a:r>
          </a:p>
          <a:p xmlns:a="http://schemas.openxmlformats.org/drawingml/2006/main">
            <a:r>
              <a:t>https://www.esa.int/Science_Exploration/Space_Science/Rosetta</a:t>
            </a:r>
          </a:p>
          <a:p xmlns:a="http://schemas.openxmlformats.org/drawingml/2006/main">
            <a:r>
              <a:t>https://blogs.esa.int/rosetta/2014/08/01/how-rosetta-arrives-at-a-comet/</a:t>
            </a:r>
          </a:p>
          <a:p xmlns:a="http://schemas.openxmlformats.org/drawingml/2006/main">
            <a:r>
              <a:t>상상도: 탐사선 ESA/ATG medialab, 혜성 ESA/Rosetta/NavCam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로제타는 2004년 지구에서 출발한 뒤 2005년 지구를 다시 지났습니다. 2007년에는 화성, 이어서 지구를 통과했고, 2009년 지구를 한 번 더 이용했습니다. 이렇게 지구 세 번, 화성 한 번의 중력 도움을 거쳐 2014년 8월 혜성에 도착했습니다. 출발은 중력 도움 횟수에 넣지 않습니다. 지구로 다시 왔다는 것은 착륙하거나 임무를 처음부터 시작했다는 뜻이 아닙니다. 같은 행성을 다른 시점에 다시 지나면서 여러 경유를 하나의 여정으로 연결한 것입니다. 중요한 것은 경유 횟수 자체보다, 혜성과 함께 움직일 궤도를 만들었다는 점입니다.</a:t>
            </a:r>
          </a:p>
          <a:p xmlns:a="http://schemas.openxmlformats.org/drawingml/2006/main">
            <a:r>
              <a:t/>
            </a:r>
          </a:p>
          <a:p xmlns:a="http://schemas.openxmlformats.org/drawingml/2006/main">
            <a:r>
              <a:t>참고 자료</a:t>
            </a:r>
          </a:p>
          <a:p xmlns:a="http://schemas.openxmlformats.org/drawingml/2006/main">
            <a:r>
              <a:t>https://www.esa.int/Science_Exploration/Space_Science/Rosetta</a:t>
            </a:r>
          </a:p>
          <a:p xmlns:a="http://schemas.openxmlformats.org/drawingml/2006/main">
            <a:r>
              <a:t>https://blogs.esa.int/rosetta/2014/08/01/how-rosetta-arrives-at-a-comet/</a:t>
            </a:r>
          </a:p>
          <a:p xmlns:a="http://schemas.openxmlformats.org/drawingml/2006/main">
            <a:r>
              <a:t>https://www.esa.int/ESA_Multimedia/Images/2016/09/Rosetta_s_journey_2004_16</a:t>
            </a:r>
          </a:p>
          <a:p xmlns:a="http://schemas.openxmlformats.org/drawingml/2006/main">
            <a:r>
              <a:t>여정 개념도: ESA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우주여행에서는 거리만으로 좋은 길을 정할 수 없습니다. 속력이 어떻게 달라지는지, 추진제가 얼마나 필요한지, 어떤 상태로 도착해야 하는지를 함께 생각해야 합니다. 탐사선은 움직이는 행성의 중력을 이용해 필요한 속력과 방향을 얻습니다. 그래서 가장 짧은 길이 항상 가장 좋은 길은 아닙니다. 감사합니다.</a:t>
            </a:r>
          </a:p>
          <a:p xmlns:a="http://schemas.openxmlformats.org/drawingml/2006/main">
            <a:r>
              <a:t/>
            </a:r>
          </a:p>
          <a:p xmlns:a="http://schemas.openxmlformats.org/drawingml/2006/main">
            <a:r>
              <a:t>참고 자료</a:t>
            </a:r>
          </a:p>
          <a:p xmlns:a="http://schemas.openxmlformats.org/drawingml/2006/main">
            <a:r>
              <a:t>https://science.nasa.gov/learn/basics-of-space-flight/primer/</a:t>
            </a:r>
          </a:p>
          <a:p xmlns:a="http://schemas.openxmlformats.org/drawingml/2006/main">
            <a:r>
              <a:t>https://www.esa.int/Enabling_Support/Operations/What_are_gravity_assists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9fac806882462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f93c32f231d43a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3a6803c7104c7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9051534e7ac44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dee669ae0384f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1a55cbde1fb4e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25D523-DE29-4DD8-A986-4A23A9BBE7F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1631F59-F6D9-4036-91A2-F84EA3D72AF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22BBE5-066F-48A5-9255-96D21828638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3EBBAC-E2CB-47E3-83F5-01673214BA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B0CD129-E741-4A8E-86F2-0B9B5AF16B6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1106BE3-EAAD-4855-B03F-38BFD27763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C94BDD-2533-466A-9C69-B8A6FE0CAA9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943FA16-E352-4C50-B7AB-D964B3380FB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E4082E-9152-4CB6-AEB6-E106708977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5D8EC2-B1DD-41F4-8FBA-F3F478F42C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d81b65a5084ce4" /><Relationship Type="http://schemas.openxmlformats.org/officeDocument/2006/relationships/slideLayout" Target="/ppt/slideLayouts/slideLayout1.xml" Id="Rfdaeb87508274a9f" /><Relationship Type="http://schemas.openxmlformats.org/officeDocument/2006/relationships/slideLayout" Target="/ppt/slideLayouts/slideLayout2.xml" Id="R300d153c0b0649fb" /><Relationship Type="http://schemas.openxmlformats.org/officeDocument/2006/relationships/slideLayout" Target="/ppt/slideLayouts/slideLayout3.xml" Id="Rdf38c482b3874992" /><Relationship Type="http://schemas.openxmlformats.org/officeDocument/2006/relationships/slideLayout" Target="/ppt/slideLayouts/slideLayout4.xml" Id="R44e0a815cd2641c1" /><Relationship Type="http://schemas.openxmlformats.org/officeDocument/2006/relationships/slideLayout" Target="/ppt/slideLayouts/slideLayout5.xml" Id="R2f4f4db19dfa4066" /><Relationship Type="http://schemas.openxmlformats.org/officeDocument/2006/relationships/slideLayout" Target="/ppt/slideLayouts/slideLayout6.xml" Id="R8d633f22e2654d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aeb87508274a9f"/>
    <p:sldLayoutId xmlns:r="http://schemas.openxmlformats.org/officeDocument/2006/relationships" id="2147483650" r:id="R300d153c0b0649fb"/>
    <p:sldLayoutId xmlns:r="http://schemas.openxmlformats.org/officeDocument/2006/relationships" id="2147483651" r:id="Rdf38c482b3874992"/>
    <p:sldLayoutId xmlns:r="http://schemas.openxmlformats.org/officeDocument/2006/relationships" id="2147483652" r:id="R44e0a815cd2641c1"/>
    <p:sldLayoutId xmlns:r="http://schemas.openxmlformats.org/officeDocument/2006/relationships" id="2147483653" r:id="R2f4f4db19dfa4066"/>
    <p:sldLayoutId xmlns:r="http://schemas.openxmlformats.org/officeDocument/2006/relationships" id="2147483654" r:id="R8d633f22e2654d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5d1b17a98f46c5" /><Relationship Type="http://schemas.openxmlformats.org/officeDocument/2006/relationships/image" Target="/ppt/media/image.jpeg" Id="R49121c0e8cc543e0" /><Relationship Type="http://schemas.openxmlformats.org/officeDocument/2006/relationships/notesSlide" Target="/ppt/notesSlides/notesSlide1.xml" Id="Rea7afcd6476342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0ff8d48e994be3" /><Relationship Type="http://schemas.openxmlformats.org/officeDocument/2006/relationships/image" Target="/ppt/media/image2.jpeg" Id="R42b801be81934ef7" /><Relationship Type="http://schemas.openxmlformats.org/officeDocument/2006/relationships/notesSlide" Target="/ppt/notesSlides/notesSlide2.xml" Id="Rd75c27443e2049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3bb14f5b5f44851" /><Relationship Type="http://schemas.openxmlformats.org/officeDocument/2006/relationships/image" Target="/ppt/media/image.png" Id="R0c387a280eac40cb" /><Relationship Type="http://schemas.openxmlformats.org/officeDocument/2006/relationships/notesSlide" Target="/ppt/notesSlides/notesSlide3.xml" Id="R7524f2f362c046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20c3242e7664cf3" /><Relationship Type="http://schemas.openxmlformats.org/officeDocument/2006/relationships/image" Target="/ppt/media/image2.png" Id="R87fb165f4f484e69" /><Relationship Type="http://schemas.openxmlformats.org/officeDocument/2006/relationships/notesSlide" Target="/ppt/notesSlides/notesSlide4.xml" Id="R8439ef1bb9274a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c19928694db4b71" /><Relationship Type="http://schemas.openxmlformats.org/officeDocument/2006/relationships/image" Target="/ppt/media/image3.jpeg" Id="R5fb7649a2ae9489d" /><Relationship Type="http://schemas.openxmlformats.org/officeDocument/2006/relationships/image" Target="/ppt/media/image4.jpeg" Id="Re3010c1ad1e24647" /><Relationship Type="http://schemas.openxmlformats.org/officeDocument/2006/relationships/notesSlide" Target="/ppt/notesSlides/notesSlide5.xml" Id="R0283efca4bc546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257addba9e8464d" /><Relationship Type="http://schemas.openxmlformats.org/officeDocument/2006/relationships/notesSlide" Target="/ppt/notesSlides/notesSlide6.xml" Id="Rc4052c44768c4b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edda043cf214759" /><Relationship Type="http://schemas.openxmlformats.org/officeDocument/2006/relationships/notesSlide" Target="/ppt/notesSlides/notesSlide7.xml" Id="R37fcbb3fa9374c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a65c169f8854a2e" /><Relationship Type="http://schemas.openxmlformats.org/officeDocument/2006/relationships/image" Target="/ppt/media/image5.jpeg" Id="Rc159a40ff8d04b73" /><Relationship Type="http://schemas.openxmlformats.org/officeDocument/2006/relationships/notesSlide" Target="/ppt/notesSlides/notesSlide8.xml" Id="R458d0045ae264e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74d6ba40ff84e2d" /><Relationship Type="http://schemas.openxmlformats.org/officeDocument/2006/relationships/image" Target="/ppt/media/image6.jpeg" Id="Rb1623108b01d404f" /><Relationship Type="http://schemas.openxmlformats.org/officeDocument/2006/relationships/notesSlide" Target="/ppt/notesSlides/notesSlide9.xml" Id="Rb948feef62f140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e9a6b2ffa854f0b" /><Relationship Type="http://schemas.openxmlformats.org/officeDocument/2006/relationships/notesSlide" Target="/ppt/notesSlides/notesSlide10.xml" Id="Rf0b9d8d8c9784c8b" /></Relationships>
</file>

<file path=ppt/slides/slide1.xml><?xml version="1.0" encoding="utf-8"?>
<p:sld xmlns:p="http://schemas.openxmlformats.org/presentationml/2006/main">
  <p:cSld>
    <p:bg>
      <p:bgPr>
        <a:solidFill xmlns:a="http://schemas.openxmlformats.org/drawingml/2006/main">
          <a:srgbClr val="080F19"/>
        </a:solidFill>
      </p:bgPr>
    </p:bg>
    <p:spTree>
      <p:nvGrpSpPr>
        <p:cNvPr id="1" name=""/>
        <p:cNvGrpSpPr/>
        <p:nvPr/>
      </p:nvGrpSpPr>
      <p:grpSpPr>
        <a:xfrm xmlns:a="http://schemas.openxmlformats.org/drawingml/2006/main"/>
      </p:grpSpPr>
      <p:sp>
        <p:nvSpPr>
          <p:cNvPr id="9" name="우주 탐사 · 중력 도움">
            <a:extLst xmlns:a="http://schemas.openxmlformats.org/drawingml/2006/main">
              <a:ext uri="{FF2B5EF4-FFF2-40B4-BE49-F238E27FC236}">
                <a16:creationId xmlns:a16="http://schemas.microsoft.com/office/drawing/2014/main" id="{82295B91-B4E1-4BAC-BD2D-DB2B0751AB00}"/>
              </a:ext>
            </a:extLst>
          </p:cNvPr>
          <p:cNvSpPr>
            <a:spLocks xmlns:a="http://schemas.openxmlformats.org/drawingml/2006/main" noGrp="1"/>
          </p:cNvSpPr>
          <p:nvPr/>
        </p:nvSpPr>
        <p:spPr>
          <a:xfrm xmlns:a="http://schemas.openxmlformats.org/drawingml/2006/main">
            <a:off x="685800" y="4000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A8BFD8"/>
                </a:solidFill>
                <a:latin typeface="Malgun Gothic"/>
                <a:ea typeface="Malgun Gothic"/>
                <a:cs typeface="Malgun Gothic"/>
              </a:defRPr>
            </a:defPPr>
            <a:lvl1pPr algn="l">
              <a:buNone/>
              <a:defRPr sz="1200" b="1">
                <a:solidFill>
                  <a:srgbClr val="A8BFD8"/>
                </a:solidFill>
                <a:latin typeface="Malgun Gothic"/>
                <a:ea typeface="Malgun Gothic"/>
                <a:cs typeface="Malgun Gothic"/>
              </a:defRPr>
            </a:lvl1pPr>
            <a:lvl2pPr algn="l">
              <a:buNone/>
              <a:defRPr sz="1200" b="1">
                <a:solidFill>
                  <a:srgbClr val="A8BFD8"/>
                </a:solidFill>
                <a:latin typeface="Malgun Gothic"/>
                <a:ea typeface="Malgun Gothic"/>
                <a:cs typeface="Malgun Gothic"/>
              </a:defRPr>
            </a:lvl2pPr>
            <a:lvl3pPr algn="l">
              <a:buNone/>
              <a:defRPr sz="1200" b="1">
                <a:solidFill>
                  <a:srgbClr val="A8BFD8"/>
                </a:solidFill>
                <a:latin typeface="Malgun Gothic"/>
                <a:ea typeface="Malgun Gothic"/>
                <a:cs typeface="Malgun Gothic"/>
              </a:defRPr>
            </a:lvl3pPr>
            <a:lvl4pPr algn="l">
              <a:buNone/>
              <a:defRPr sz="1200" b="1">
                <a:solidFill>
                  <a:srgbClr val="A8BFD8"/>
                </a:solidFill>
                <a:latin typeface="Malgun Gothic"/>
                <a:ea typeface="Malgun Gothic"/>
                <a:cs typeface="Malgun Gothic"/>
              </a:defRPr>
            </a:lvl4pPr>
            <a:lvl5pPr algn="l">
              <a:buNone/>
              <a:defRPr sz="1200" b="1">
                <a:solidFill>
                  <a:srgbClr val="A8BFD8"/>
                </a:solidFill>
                <a:latin typeface="Malgun Gothic"/>
                <a:ea typeface="Malgun Gothic"/>
                <a:cs typeface="Malgun Gothic"/>
              </a:defRPr>
            </a:lvl5pPr>
            <a:lvl6pPr algn="l">
              <a:buNone/>
              <a:defRPr sz="1200" b="1">
                <a:solidFill>
                  <a:srgbClr val="A8BFD8"/>
                </a:solidFill>
                <a:latin typeface="Malgun Gothic"/>
                <a:ea typeface="Malgun Gothic"/>
                <a:cs typeface="Malgun Gothic"/>
              </a:defRPr>
            </a:lvl6pPr>
            <a:lvl7pPr algn="l">
              <a:buNone/>
              <a:defRPr sz="1200" b="1">
                <a:solidFill>
                  <a:srgbClr val="A8BFD8"/>
                </a:solidFill>
                <a:latin typeface="Malgun Gothic"/>
                <a:ea typeface="Malgun Gothic"/>
                <a:cs typeface="Malgun Gothic"/>
              </a:defRPr>
            </a:lvl7pPr>
            <a:lvl8pPr algn="l">
              <a:buNone/>
              <a:defRPr sz="1200" b="1">
                <a:solidFill>
                  <a:srgbClr val="A8BFD8"/>
                </a:solidFill>
                <a:latin typeface="Malgun Gothic"/>
                <a:ea typeface="Malgun Gothic"/>
                <a:cs typeface="Malgun Gothic"/>
              </a:defRPr>
            </a:lvl8pPr>
            <a:lvl9pPr algn="l">
              <a:buNone/>
              <a:defRPr sz="1200" b="1">
                <a:solidFill>
                  <a:srgbClr val="A8BFD8"/>
                </a:solidFill>
                <a:latin typeface="Malgun Gothic"/>
                <a:ea typeface="Malgun Gothic"/>
                <a:cs typeface="Malgun Gothic"/>
              </a:defRPr>
            </a:lvl9pPr>
          </a:lstStyle>
          <a:p xmlns:a="http://schemas.openxmlformats.org/drawingml/2006/main">
            <a:pPr algn="l">
              <a:buNone/>
              <a:defRPr sz="1200" b="1">
                <a:solidFill>
                  <a:srgbClr val="A8BFD8"/>
                </a:solidFill>
                <a:latin typeface="Malgun Gothic"/>
                <a:ea typeface="Malgun Gothic"/>
                <a:cs typeface="Malgun Gothic"/>
              </a:defRPr>
            </a:pPr>
            <a:r>
              <a:rPr sz="1200" b="1">
                <a:solidFill>
                  <a:srgbClr val="A8BFD8"/>
                </a:solidFill>
                <a:latin typeface="Malgun Gothic"/>
                <a:ea typeface="Malgun Gothic"/>
                <a:cs typeface="Malgun Gothic"/>
              </a:rPr>
              <a:t>우주 탐사 · 중력 도움</a:t>
            </a:r>
          </a:p>
        </p:txBody>
      </p:sp>
      <p:sp>
        <p:nvSpPr>
          <p:cNvPr id="2" name="FLYBY · 중력 도움">
            <a:extLst xmlns:a="http://schemas.openxmlformats.org/drawingml/2006/main">
              <a:ext uri="{FF2B5EF4-FFF2-40B4-BE49-F238E27FC236}">
                <a16:creationId xmlns:a16="http://schemas.microsoft.com/office/drawing/2014/main" id="{EA5B15A5-FB83-4BF9-9EBC-38462F343AC9}"/>
              </a:ext>
            </a:extLst>
          </p:cNvPr>
          <p:cNvSpPr>
            <a:spLocks xmlns:a="http://schemas.openxmlformats.org/drawingml/2006/main" noGrp="1"/>
          </p:cNvSpPr>
          <p:nvPr/>
        </p:nvSpPr>
        <p:spPr>
          <a:xfrm xmlns:a="http://schemas.openxmlformats.org/drawingml/2006/main">
            <a:off x="685800" y="64293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9AADC2"/>
                </a:solidFill>
                <a:latin typeface="Malgun Gothic"/>
                <a:ea typeface="Malgun Gothic"/>
                <a:cs typeface="Malgun Gothic"/>
              </a:defRPr>
            </a:defPPr>
            <a:lvl1pPr algn="l">
              <a:buNone/>
              <a:defRPr sz="1050" b="0">
                <a:solidFill>
                  <a:srgbClr val="9AADC2"/>
                </a:solidFill>
                <a:latin typeface="Malgun Gothic"/>
                <a:ea typeface="Malgun Gothic"/>
                <a:cs typeface="Malgun Gothic"/>
              </a:defRPr>
            </a:lvl1pPr>
            <a:lvl2pPr algn="l">
              <a:buNone/>
              <a:defRPr sz="1050" b="0">
                <a:solidFill>
                  <a:srgbClr val="9AADC2"/>
                </a:solidFill>
                <a:latin typeface="Malgun Gothic"/>
                <a:ea typeface="Malgun Gothic"/>
                <a:cs typeface="Malgun Gothic"/>
              </a:defRPr>
            </a:lvl2pPr>
            <a:lvl3pPr algn="l">
              <a:buNone/>
              <a:defRPr sz="1050" b="0">
                <a:solidFill>
                  <a:srgbClr val="9AADC2"/>
                </a:solidFill>
                <a:latin typeface="Malgun Gothic"/>
                <a:ea typeface="Malgun Gothic"/>
                <a:cs typeface="Malgun Gothic"/>
              </a:defRPr>
            </a:lvl3pPr>
            <a:lvl4pPr algn="l">
              <a:buNone/>
              <a:defRPr sz="1050" b="0">
                <a:solidFill>
                  <a:srgbClr val="9AADC2"/>
                </a:solidFill>
                <a:latin typeface="Malgun Gothic"/>
                <a:ea typeface="Malgun Gothic"/>
                <a:cs typeface="Malgun Gothic"/>
              </a:defRPr>
            </a:lvl4pPr>
            <a:lvl5pPr algn="l">
              <a:buNone/>
              <a:defRPr sz="1050" b="0">
                <a:solidFill>
                  <a:srgbClr val="9AADC2"/>
                </a:solidFill>
                <a:latin typeface="Malgun Gothic"/>
                <a:ea typeface="Malgun Gothic"/>
                <a:cs typeface="Malgun Gothic"/>
              </a:defRPr>
            </a:lvl5pPr>
            <a:lvl6pPr algn="l">
              <a:buNone/>
              <a:defRPr sz="1050" b="0">
                <a:solidFill>
                  <a:srgbClr val="9AADC2"/>
                </a:solidFill>
                <a:latin typeface="Malgun Gothic"/>
                <a:ea typeface="Malgun Gothic"/>
                <a:cs typeface="Malgun Gothic"/>
              </a:defRPr>
            </a:lvl6pPr>
            <a:lvl7pPr algn="l">
              <a:buNone/>
              <a:defRPr sz="1050" b="0">
                <a:solidFill>
                  <a:srgbClr val="9AADC2"/>
                </a:solidFill>
                <a:latin typeface="Malgun Gothic"/>
                <a:ea typeface="Malgun Gothic"/>
                <a:cs typeface="Malgun Gothic"/>
              </a:defRPr>
            </a:lvl7pPr>
            <a:lvl8pPr algn="l">
              <a:buNone/>
              <a:defRPr sz="1050" b="0">
                <a:solidFill>
                  <a:srgbClr val="9AADC2"/>
                </a:solidFill>
                <a:latin typeface="Malgun Gothic"/>
                <a:ea typeface="Malgun Gothic"/>
                <a:cs typeface="Malgun Gothic"/>
              </a:defRPr>
            </a:lvl8pPr>
            <a:lvl9pPr algn="l">
              <a:buNone/>
              <a:defRPr sz="1050" b="0">
                <a:solidFill>
                  <a:srgbClr val="9AADC2"/>
                </a:solidFill>
                <a:latin typeface="Malgun Gothic"/>
                <a:ea typeface="Malgun Gothic"/>
                <a:cs typeface="Malgun Gothic"/>
              </a:defRPr>
            </a:lvl9pPr>
          </a:lstStyle>
          <a:p xmlns:a="http://schemas.openxmlformats.org/drawingml/2006/main">
            <a:pPr algn="l">
              <a:buNone/>
              <a:defRPr sz="1050" b="0">
                <a:solidFill>
                  <a:srgbClr val="9AADC2"/>
                </a:solidFill>
                <a:latin typeface="Malgun Gothic"/>
                <a:ea typeface="Malgun Gothic"/>
                <a:cs typeface="Malgun Gothic"/>
              </a:defRPr>
            </a:pPr>
            <a:r>
              <a:rPr sz="1050" b="0">
                <a:solidFill>
                  <a:srgbClr val="9AADC2"/>
                </a:solidFill>
                <a:latin typeface="Malgun Gothic"/>
                <a:ea typeface="Malgun Gothic"/>
                <a:cs typeface="Malgun Gothic"/>
              </a:rPr>
              <a:t>FLYBY · 중력 도움</a:t>
            </a:r>
          </a:p>
        </p:txBody>
      </p:sp>
      <p:sp>
        <p:nvSpPr>
          <p:cNvPr id="3" name="01 / 18">
            <a:extLst xmlns:a="http://schemas.openxmlformats.org/drawingml/2006/main">
              <a:ext uri="{FF2B5EF4-FFF2-40B4-BE49-F238E27FC236}">
                <a16:creationId xmlns:a16="http://schemas.microsoft.com/office/drawing/2014/main" id="{E393819A-5466-4511-A308-CB09599B92FE}"/>
              </a:ext>
            </a:extLst>
          </p:cNvPr>
          <p:cNvSpPr>
            <a:spLocks xmlns:a="http://schemas.openxmlformats.org/drawingml/2006/main" noGrp="1"/>
          </p:cNvSpPr>
          <p:nvPr/>
        </p:nvSpPr>
        <p:spPr>
          <a:xfrm xmlns:a="http://schemas.openxmlformats.org/drawingml/2006/main">
            <a:off x="10477500" y="6429375"/>
            <a:ext cx="1028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9AADC2"/>
                </a:solidFill>
                <a:latin typeface="Malgun Gothic"/>
                <a:ea typeface="Malgun Gothic"/>
                <a:cs typeface="Malgun Gothic"/>
              </a:defRPr>
            </a:defPPr>
            <a:lvl1pPr algn="r">
              <a:buNone/>
              <a:defRPr sz="1050" b="0">
                <a:solidFill>
                  <a:srgbClr val="9AADC2"/>
                </a:solidFill>
                <a:latin typeface="Malgun Gothic"/>
                <a:ea typeface="Malgun Gothic"/>
                <a:cs typeface="Malgun Gothic"/>
              </a:defRPr>
            </a:lvl1pPr>
            <a:lvl2pPr algn="r">
              <a:buNone/>
              <a:defRPr sz="1050" b="0">
                <a:solidFill>
                  <a:srgbClr val="9AADC2"/>
                </a:solidFill>
                <a:latin typeface="Malgun Gothic"/>
                <a:ea typeface="Malgun Gothic"/>
                <a:cs typeface="Malgun Gothic"/>
              </a:defRPr>
            </a:lvl2pPr>
            <a:lvl3pPr algn="r">
              <a:buNone/>
              <a:defRPr sz="1050" b="0">
                <a:solidFill>
                  <a:srgbClr val="9AADC2"/>
                </a:solidFill>
                <a:latin typeface="Malgun Gothic"/>
                <a:ea typeface="Malgun Gothic"/>
                <a:cs typeface="Malgun Gothic"/>
              </a:defRPr>
            </a:lvl3pPr>
            <a:lvl4pPr algn="r">
              <a:buNone/>
              <a:defRPr sz="1050" b="0">
                <a:solidFill>
                  <a:srgbClr val="9AADC2"/>
                </a:solidFill>
                <a:latin typeface="Malgun Gothic"/>
                <a:ea typeface="Malgun Gothic"/>
                <a:cs typeface="Malgun Gothic"/>
              </a:defRPr>
            </a:lvl4pPr>
            <a:lvl5pPr algn="r">
              <a:buNone/>
              <a:defRPr sz="1050" b="0">
                <a:solidFill>
                  <a:srgbClr val="9AADC2"/>
                </a:solidFill>
                <a:latin typeface="Malgun Gothic"/>
                <a:ea typeface="Malgun Gothic"/>
                <a:cs typeface="Malgun Gothic"/>
              </a:defRPr>
            </a:lvl5pPr>
            <a:lvl6pPr algn="r">
              <a:buNone/>
              <a:defRPr sz="1050" b="0">
                <a:solidFill>
                  <a:srgbClr val="9AADC2"/>
                </a:solidFill>
                <a:latin typeface="Malgun Gothic"/>
                <a:ea typeface="Malgun Gothic"/>
                <a:cs typeface="Malgun Gothic"/>
              </a:defRPr>
            </a:lvl6pPr>
            <a:lvl7pPr algn="r">
              <a:buNone/>
              <a:defRPr sz="1050" b="0">
                <a:solidFill>
                  <a:srgbClr val="9AADC2"/>
                </a:solidFill>
                <a:latin typeface="Malgun Gothic"/>
                <a:ea typeface="Malgun Gothic"/>
                <a:cs typeface="Malgun Gothic"/>
              </a:defRPr>
            </a:lvl7pPr>
            <a:lvl8pPr algn="r">
              <a:buNone/>
              <a:defRPr sz="1050" b="0">
                <a:solidFill>
                  <a:srgbClr val="9AADC2"/>
                </a:solidFill>
                <a:latin typeface="Malgun Gothic"/>
                <a:ea typeface="Malgun Gothic"/>
                <a:cs typeface="Malgun Gothic"/>
              </a:defRPr>
            </a:lvl8pPr>
            <a:lvl9pPr algn="r">
              <a:buNone/>
              <a:defRPr sz="1050" b="0">
                <a:solidFill>
                  <a:srgbClr val="9AADC2"/>
                </a:solidFill>
                <a:latin typeface="Malgun Gothic"/>
                <a:ea typeface="Malgun Gothic"/>
                <a:cs typeface="Malgun Gothic"/>
              </a:defRPr>
            </a:lvl9pPr>
          </a:lstStyle>
          <a:p xmlns:a="http://schemas.openxmlformats.org/drawingml/2006/main">
            <a:pPr algn="r">
              <a:buNone/>
              <a:defRPr sz="1050" b="0">
                <a:solidFill>
                  <a:srgbClr val="9AADC2"/>
                </a:solidFill>
                <a:latin typeface="Malgun Gothic"/>
                <a:ea typeface="Malgun Gothic"/>
                <a:cs typeface="Malgun Gothic"/>
              </a:defRPr>
            </a:pPr>
            <a:r>
              <a:rPr sz="1050" b="0">
                <a:solidFill>
                  <a:srgbClr val="9AADC2"/>
                </a:solidFill>
                <a:latin typeface="Malgun Gothic"/>
                <a:ea typeface="Malgun Gothic"/>
                <a:cs typeface="Malgun Gothic"/>
              </a:rPr>
              <a:t>01 / 10</a:t>
            </a:r>
          </a:p>
        </p:txBody>
      </p:sp>
      <p:pic>
        <p:nvPicPr>
          <p:cNvPr id="4" name="">
            <a:extLst xmlns:a="http://schemas.openxmlformats.org/drawingml/2006/main">
              <a:ext uri="{FF2B5EF4-FFF2-40B4-BE49-F238E27FC236}">
                <a16:creationId xmlns:a16="http://schemas.microsoft.com/office/drawing/2014/main" id="{08AF8EE2-E5C4-4F33-AF57-5F248A09E2BD}"/>
              </a:ext>
            </a:extLst>
          </p:cNvPr>
          <p:cNvPicPr>
            <a:picLocks xmlns:a="http://schemas.openxmlformats.org/drawingml/2006/main" noChangeAspect="1"/>
          </p:cNvPicPr>
          <p:nvPr/>
        </p:nvPicPr>
        <p:blipFill>
          <a:blip xmlns:r="http://schemas.openxmlformats.org/officeDocument/2006/relationships" xmlns:a="http://schemas.openxmlformats.org/drawingml/2006/main" r:embed="R49121c0e8cc543e0"/>
          <a:srcRect xmlns:a="http://schemas.openxmlformats.org/drawingml/2006/main" l="19000" t="0" r="19000" b="0"/>
          <a:stretch xmlns:a="http://schemas.openxmlformats.org/drawingml/2006/main"/>
        </p:blipFill>
        <p:spPr>
          <a:xfrm xmlns:a="http://schemas.openxmlformats.org/drawingml/2006/main">
            <a:off x="6162675" y="1238250"/>
            <a:ext cx="5334000" cy="4305300"/>
          </a:xfrm>
          <a:prstGeom xmlns:a="http://schemas.openxmlformats.org/drawingml/2006/main" prst="rect">
            <a:avLst/>
          </a:prstGeom>
        </p:spPr>
      </p:pic>
      <p:sp>
        <p:nvSpPr>
          <p:cNvPr id="5" name="플라이바이">
            <a:extLst xmlns:a="http://schemas.openxmlformats.org/drawingml/2006/main">
              <a:ext uri="{FF2B5EF4-FFF2-40B4-BE49-F238E27FC236}">
                <a16:creationId xmlns:a16="http://schemas.microsoft.com/office/drawing/2014/main" id="{4A0142C6-6917-4238-8075-0E8B1D949DD4}"/>
              </a:ext>
            </a:extLst>
          </p:cNvPr>
          <p:cNvSpPr>
            <a:spLocks xmlns:a="http://schemas.openxmlformats.org/drawingml/2006/main" noGrp="1"/>
          </p:cNvSpPr>
          <p:nvPr/>
        </p:nvSpPr>
        <p:spPr>
          <a:xfrm xmlns:a="http://schemas.openxmlformats.org/drawingml/2006/main">
            <a:off x="685800" y="1724025"/>
            <a:ext cx="571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Malgun Gothic"/>
                <a:ea typeface="Malgun Gothic"/>
                <a:cs typeface="Malgun Gothic"/>
              </a:defRPr>
            </a:defPPr>
            <a:lvl1pPr algn="l">
              <a:buNone/>
              <a:defRPr sz="5700" b="1">
                <a:solidFill>
                  <a:srgbClr val="FFFFFF"/>
                </a:solidFill>
                <a:latin typeface="Malgun Gothic"/>
                <a:ea typeface="Malgun Gothic"/>
                <a:cs typeface="Malgun Gothic"/>
              </a:defRPr>
            </a:lvl1pPr>
            <a:lvl2pPr algn="l">
              <a:buNone/>
              <a:defRPr sz="5700" b="1">
                <a:solidFill>
                  <a:srgbClr val="FFFFFF"/>
                </a:solidFill>
                <a:latin typeface="Malgun Gothic"/>
                <a:ea typeface="Malgun Gothic"/>
                <a:cs typeface="Malgun Gothic"/>
              </a:defRPr>
            </a:lvl2pPr>
            <a:lvl3pPr algn="l">
              <a:buNone/>
              <a:defRPr sz="5700" b="1">
                <a:solidFill>
                  <a:srgbClr val="FFFFFF"/>
                </a:solidFill>
                <a:latin typeface="Malgun Gothic"/>
                <a:ea typeface="Malgun Gothic"/>
                <a:cs typeface="Malgun Gothic"/>
              </a:defRPr>
            </a:lvl3pPr>
            <a:lvl4pPr algn="l">
              <a:buNone/>
              <a:defRPr sz="5700" b="1">
                <a:solidFill>
                  <a:srgbClr val="FFFFFF"/>
                </a:solidFill>
                <a:latin typeface="Malgun Gothic"/>
                <a:ea typeface="Malgun Gothic"/>
                <a:cs typeface="Malgun Gothic"/>
              </a:defRPr>
            </a:lvl4pPr>
            <a:lvl5pPr algn="l">
              <a:buNone/>
              <a:defRPr sz="5700" b="1">
                <a:solidFill>
                  <a:srgbClr val="FFFFFF"/>
                </a:solidFill>
                <a:latin typeface="Malgun Gothic"/>
                <a:ea typeface="Malgun Gothic"/>
                <a:cs typeface="Malgun Gothic"/>
              </a:defRPr>
            </a:lvl5pPr>
            <a:lvl6pPr algn="l">
              <a:buNone/>
              <a:defRPr sz="5700" b="1">
                <a:solidFill>
                  <a:srgbClr val="FFFFFF"/>
                </a:solidFill>
                <a:latin typeface="Malgun Gothic"/>
                <a:ea typeface="Malgun Gothic"/>
                <a:cs typeface="Malgun Gothic"/>
              </a:defRPr>
            </a:lvl6pPr>
            <a:lvl7pPr algn="l">
              <a:buNone/>
              <a:defRPr sz="5700" b="1">
                <a:solidFill>
                  <a:srgbClr val="FFFFFF"/>
                </a:solidFill>
                <a:latin typeface="Malgun Gothic"/>
                <a:ea typeface="Malgun Gothic"/>
                <a:cs typeface="Malgun Gothic"/>
              </a:defRPr>
            </a:lvl7pPr>
            <a:lvl8pPr algn="l">
              <a:buNone/>
              <a:defRPr sz="5700" b="1">
                <a:solidFill>
                  <a:srgbClr val="FFFFFF"/>
                </a:solidFill>
                <a:latin typeface="Malgun Gothic"/>
                <a:ea typeface="Malgun Gothic"/>
                <a:cs typeface="Malgun Gothic"/>
              </a:defRPr>
            </a:lvl8pPr>
            <a:lvl9pPr algn="l">
              <a:buNone/>
              <a:defRPr sz="5700" b="1">
                <a:solidFill>
                  <a:srgbClr val="FFFFFF"/>
                </a:solidFill>
                <a:latin typeface="Malgun Gothic"/>
                <a:ea typeface="Malgun Gothic"/>
                <a:cs typeface="Malgun Gothic"/>
              </a:defRPr>
            </a:lvl9pPr>
          </a:lstStyle>
          <a:p xmlns:a="http://schemas.openxmlformats.org/drawingml/2006/main">
            <a:pPr algn="l">
              <a:buNone/>
              <a:defRPr sz="5700" b="1">
                <a:solidFill>
                  <a:srgbClr val="FFFFFF"/>
                </a:solidFill>
                <a:latin typeface="Malgun Gothic"/>
                <a:ea typeface="Malgun Gothic"/>
                <a:cs typeface="Malgun Gothic"/>
              </a:defRPr>
            </a:pPr>
            <a:r>
              <a:rPr sz="5700" b="1">
                <a:solidFill>
                  <a:srgbClr val="FFFFFF"/>
                </a:solidFill>
                <a:latin typeface="Malgun Gothic"/>
                <a:ea typeface="Malgun Gothic"/>
                <a:cs typeface="Malgun Gothic"/>
              </a:rPr>
              <a:t>플라이바이</a:t>
            </a:r>
          </a:p>
        </p:txBody>
      </p:sp>
      <p:sp>
        <p:nvSpPr>
          <p:cNvPr id="6" name="중력을 이용하는&#10;우주여행">
            <a:extLst xmlns:a="http://schemas.openxmlformats.org/drawingml/2006/main">
              <a:ext uri="{FF2B5EF4-FFF2-40B4-BE49-F238E27FC236}">
                <a16:creationId xmlns:a16="http://schemas.microsoft.com/office/drawing/2014/main" id="{EE479688-EE1F-4847-B853-DDB38283CB5C}"/>
              </a:ext>
            </a:extLst>
          </p:cNvPr>
          <p:cNvSpPr>
            <a:spLocks xmlns:a="http://schemas.openxmlformats.org/drawingml/2006/main" noGrp="1"/>
          </p:cNvSpPr>
          <p:nvPr/>
        </p:nvSpPr>
        <p:spPr>
          <a:xfrm xmlns:a="http://schemas.openxmlformats.org/drawingml/2006/main">
            <a:off x="723900" y="2943225"/>
            <a:ext cx="542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D0E1F2"/>
                </a:solidFill>
                <a:latin typeface="Malgun Gothic"/>
                <a:ea typeface="Malgun Gothic"/>
                <a:cs typeface="Malgun Gothic"/>
              </a:defRPr>
            </a:defPPr>
            <a:lvl1pPr algn="l">
              <a:buNone/>
              <a:defRPr sz="3150" b="1">
                <a:solidFill>
                  <a:srgbClr val="D0E1F2"/>
                </a:solidFill>
                <a:latin typeface="Malgun Gothic"/>
                <a:ea typeface="Malgun Gothic"/>
                <a:cs typeface="Malgun Gothic"/>
              </a:defRPr>
            </a:lvl1pPr>
            <a:lvl2pPr algn="l">
              <a:buNone/>
              <a:defRPr sz="3150" b="1">
                <a:solidFill>
                  <a:srgbClr val="D0E1F2"/>
                </a:solidFill>
                <a:latin typeface="Malgun Gothic"/>
                <a:ea typeface="Malgun Gothic"/>
                <a:cs typeface="Malgun Gothic"/>
              </a:defRPr>
            </a:lvl2pPr>
            <a:lvl3pPr algn="l">
              <a:buNone/>
              <a:defRPr sz="3150" b="1">
                <a:solidFill>
                  <a:srgbClr val="D0E1F2"/>
                </a:solidFill>
                <a:latin typeface="Malgun Gothic"/>
                <a:ea typeface="Malgun Gothic"/>
                <a:cs typeface="Malgun Gothic"/>
              </a:defRPr>
            </a:lvl3pPr>
            <a:lvl4pPr algn="l">
              <a:buNone/>
              <a:defRPr sz="3150" b="1">
                <a:solidFill>
                  <a:srgbClr val="D0E1F2"/>
                </a:solidFill>
                <a:latin typeface="Malgun Gothic"/>
                <a:ea typeface="Malgun Gothic"/>
                <a:cs typeface="Malgun Gothic"/>
              </a:defRPr>
            </a:lvl4pPr>
            <a:lvl5pPr algn="l">
              <a:buNone/>
              <a:defRPr sz="3150" b="1">
                <a:solidFill>
                  <a:srgbClr val="D0E1F2"/>
                </a:solidFill>
                <a:latin typeface="Malgun Gothic"/>
                <a:ea typeface="Malgun Gothic"/>
                <a:cs typeface="Malgun Gothic"/>
              </a:defRPr>
            </a:lvl5pPr>
            <a:lvl6pPr algn="l">
              <a:buNone/>
              <a:defRPr sz="3150" b="1">
                <a:solidFill>
                  <a:srgbClr val="D0E1F2"/>
                </a:solidFill>
                <a:latin typeface="Malgun Gothic"/>
                <a:ea typeface="Malgun Gothic"/>
                <a:cs typeface="Malgun Gothic"/>
              </a:defRPr>
            </a:lvl6pPr>
            <a:lvl7pPr algn="l">
              <a:buNone/>
              <a:defRPr sz="3150" b="1">
                <a:solidFill>
                  <a:srgbClr val="D0E1F2"/>
                </a:solidFill>
                <a:latin typeface="Malgun Gothic"/>
                <a:ea typeface="Malgun Gothic"/>
                <a:cs typeface="Malgun Gothic"/>
              </a:defRPr>
            </a:lvl7pPr>
            <a:lvl8pPr algn="l">
              <a:buNone/>
              <a:defRPr sz="3150" b="1">
                <a:solidFill>
                  <a:srgbClr val="D0E1F2"/>
                </a:solidFill>
                <a:latin typeface="Malgun Gothic"/>
                <a:ea typeface="Malgun Gothic"/>
                <a:cs typeface="Malgun Gothic"/>
              </a:defRPr>
            </a:lvl8pPr>
            <a:lvl9pPr algn="l">
              <a:buNone/>
              <a:defRPr sz="3150" b="1">
                <a:solidFill>
                  <a:srgbClr val="D0E1F2"/>
                </a:solidFill>
                <a:latin typeface="Malgun Gothic"/>
                <a:ea typeface="Malgun Gothic"/>
                <a:cs typeface="Malgun Gothic"/>
              </a:defRPr>
            </a:lvl9pPr>
          </a:lstStyle>
          <a:p xmlns:a="http://schemas.openxmlformats.org/drawingml/2006/main">
            <a:pPr algn="l">
              <a:buNone/>
              <a:defRPr sz="3150" b="1">
                <a:solidFill>
                  <a:srgbClr val="D0E1F2"/>
                </a:solidFill>
                <a:latin typeface="Malgun Gothic"/>
                <a:ea typeface="Malgun Gothic"/>
                <a:cs typeface="Malgun Gothic"/>
              </a:defRPr>
            </a:pPr>
            <a:r>
              <a:rPr sz="3150" b="1">
                <a:solidFill>
                  <a:srgbClr val="D0E1F2"/>
                </a:solidFill>
                <a:latin typeface="Malgun Gothic"/>
                <a:ea typeface="Malgun Gothic"/>
                <a:cs typeface="Malgun Gothic"/>
              </a:rPr>
              <a:t>중력을 이용하는</a:t>
            </a:r>
          </a:p>
          <a:p xmlns:a="http://schemas.openxmlformats.org/drawingml/2006/main">
            <a:pPr algn="l">
              <a:buNone/>
              <a:defRPr sz="3150" b="1">
                <a:solidFill>
                  <a:srgbClr val="D0E1F2"/>
                </a:solidFill>
                <a:latin typeface="Malgun Gothic"/>
                <a:ea typeface="Malgun Gothic"/>
                <a:cs typeface="Malgun Gothic"/>
              </a:defRPr>
            </a:pPr>
            <a:r>
              <a:rPr sz="3150" b="1">
                <a:solidFill>
                  <a:srgbClr val="D0E1F2"/>
                </a:solidFill>
                <a:latin typeface="Malgun Gothic"/>
                <a:ea typeface="Malgun Gothic"/>
                <a:cs typeface="Malgun Gothic"/>
              </a:rPr>
              <a:t>우주여행</a:t>
            </a:r>
          </a:p>
        </p:txBody>
      </p:sp>
      <p:sp>
        <p:nvSpPr>
          <p:cNvPr id="8" name="지구 사진 · NASA">
            <a:extLst xmlns:a="http://schemas.openxmlformats.org/drawingml/2006/main">
              <a:ext uri="{FF2B5EF4-FFF2-40B4-BE49-F238E27FC236}">
                <a16:creationId xmlns:a16="http://schemas.microsoft.com/office/drawing/2014/main" id="{F70DCA1C-91CA-49AC-B2BF-C1F21EA72495}"/>
              </a:ext>
            </a:extLst>
          </p:cNvPr>
          <p:cNvSpPr>
            <a:spLocks xmlns:a="http://schemas.openxmlformats.org/drawingml/2006/main" noGrp="1"/>
          </p:cNvSpPr>
          <p:nvPr/>
        </p:nvSpPr>
        <p:spPr>
          <a:xfrm xmlns:a="http://schemas.openxmlformats.org/drawingml/2006/main">
            <a:off x="6191250" y="5981700"/>
            <a:ext cx="5314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A8BFD8"/>
                </a:solidFill>
                <a:latin typeface="Malgun Gothic"/>
                <a:ea typeface="Malgun Gothic"/>
                <a:cs typeface="Malgun Gothic"/>
              </a:defRPr>
            </a:defPPr>
            <a:lvl1pPr algn="l">
              <a:buNone/>
              <a:defRPr sz="1050" b="0">
                <a:solidFill>
                  <a:srgbClr val="A8BFD8"/>
                </a:solidFill>
                <a:latin typeface="Malgun Gothic"/>
                <a:ea typeface="Malgun Gothic"/>
                <a:cs typeface="Malgun Gothic"/>
              </a:defRPr>
            </a:lvl1pPr>
            <a:lvl2pPr algn="l">
              <a:buNone/>
              <a:defRPr sz="1050" b="0">
                <a:solidFill>
                  <a:srgbClr val="A8BFD8"/>
                </a:solidFill>
                <a:latin typeface="Malgun Gothic"/>
                <a:ea typeface="Malgun Gothic"/>
                <a:cs typeface="Malgun Gothic"/>
              </a:defRPr>
            </a:lvl2pPr>
            <a:lvl3pPr algn="l">
              <a:buNone/>
              <a:defRPr sz="1050" b="0">
                <a:solidFill>
                  <a:srgbClr val="A8BFD8"/>
                </a:solidFill>
                <a:latin typeface="Malgun Gothic"/>
                <a:ea typeface="Malgun Gothic"/>
                <a:cs typeface="Malgun Gothic"/>
              </a:defRPr>
            </a:lvl3pPr>
            <a:lvl4pPr algn="l">
              <a:buNone/>
              <a:defRPr sz="1050" b="0">
                <a:solidFill>
                  <a:srgbClr val="A8BFD8"/>
                </a:solidFill>
                <a:latin typeface="Malgun Gothic"/>
                <a:ea typeface="Malgun Gothic"/>
                <a:cs typeface="Malgun Gothic"/>
              </a:defRPr>
            </a:lvl4pPr>
            <a:lvl5pPr algn="l">
              <a:buNone/>
              <a:defRPr sz="1050" b="0">
                <a:solidFill>
                  <a:srgbClr val="A8BFD8"/>
                </a:solidFill>
                <a:latin typeface="Malgun Gothic"/>
                <a:ea typeface="Malgun Gothic"/>
                <a:cs typeface="Malgun Gothic"/>
              </a:defRPr>
            </a:lvl5pPr>
            <a:lvl6pPr algn="l">
              <a:buNone/>
              <a:defRPr sz="1050" b="0">
                <a:solidFill>
                  <a:srgbClr val="A8BFD8"/>
                </a:solidFill>
                <a:latin typeface="Malgun Gothic"/>
                <a:ea typeface="Malgun Gothic"/>
                <a:cs typeface="Malgun Gothic"/>
              </a:defRPr>
            </a:lvl6pPr>
            <a:lvl7pPr algn="l">
              <a:buNone/>
              <a:defRPr sz="1050" b="0">
                <a:solidFill>
                  <a:srgbClr val="A8BFD8"/>
                </a:solidFill>
                <a:latin typeface="Malgun Gothic"/>
                <a:ea typeface="Malgun Gothic"/>
                <a:cs typeface="Malgun Gothic"/>
              </a:defRPr>
            </a:lvl7pPr>
            <a:lvl8pPr algn="l">
              <a:buNone/>
              <a:defRPr sz="1050" b="0">
                <a:solidFill>
                  <a:srgbClr val="A8BFD8"/>
                </a:solidFill>
                <a:latin typeface="Malgun Gothic"/>
                <a:ea typeface="Malgun Gothic"/>
                <a:cs typeface="Malgun Gothic"/>
              </a:defRPr>
            </a:lvl8pPr>
            <a:lvl9pPr algn="l">
              <a:buNone/>
              <a:defRPr sz="1050" b="0">
                <a:solidFill>
                  <a:srgbClr val="A8BFD8"/>
                </a:solidFill>
                <a:latin typeface="Malgun Gothic"/>
                <a:ea typeface="Malgun Gothic"/>
                <a:cs typeface="Malgun Gothic"/>
              </a:defRPr>
            </a:lvl9pPr>
          </a:lstStyle>
          <a:p xmlns:a="http://schemas.openxmlformats.org/drawingml/2006/main">
            <a:pPr algn="l">
              <a:buNone/>
              <a:defRPr sz="1050" b="0">
                <a:solidFill>
                  <a:srgbClr val="A8BFD8"/>
                </a:solidFill>
                <a:latin typeface="Malgun Gothic"/>
                <a:ea typeface="Malgun Gothic"/>
                <a:cs typeface="Malgun Gothic"/>
              </a:defRPr>
            </a:pPr>
            <a:r>
              <a:rPr sz="1050" b="0">
                <a:solidFill>
                  <a:srgbClr val="A8BFD8"/>
                </a:solidFill>
                <a:latin typeface="Malgun Gothic"/>
                <a:ea typeface="Malgun Gothic"/>
                <a:cs typeface="Malgun Gothic"/>
              </a:rPr>
              <a:t>지구 사진 · NASA</a:t>
            </a:r>
          </a:p>
        </p:txBody>
      </p:sp>
    </p:spTree>
    <p:extLst>
      <p:ext uri="{BB962C8B-B14F-4D97-AF65-F5344CB8AC3E}">
        <p14:creationId xmlns:p14="http://schemas.microsoft.com/office/powerpoint/2010/main" val="15082764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01 · 도입">
            <a:extLst xmlns:a="http://schemas.openxmlformats.org/drawingml/2006/main">
              <a:ext uri="{FF2B5EF4-FFF2-40B4-BE49-F238E27FC236}">
                <a16:creationId xmlns:a16="http://schemas.microsoft.com/office/drawing/2014/main" id="{3F900B82-0A44-4C29-915F-74996C383504}"/>
              </a:ext>
            </a:extLst>
          </p:cNvPr>
          <p:cNvSpPr>
            <a:spLocks xmlns:a="http://schemas.openxmlformats.org/drawingml/2006/main" noGrp="1"/>
          </p:cNvSpPr>
          <p:nvPr/>
        </p:nvSpPr>
        <p:spPr>
          <a:xfrm xmlns:a="http://schemas.openxmlformats.org/drawingml/2006/main">
            <a:off x="685800" y="4000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E66A3"/>
                </a:solidFill>
                <a:latin typeface="Malgun Gothic"/>
                <a:ea typeface="Malgun Gothic"/>
                <a:cs typeface="Malgun Gothic"/>
              </a:defRPr>
            </a:defPPr>
            <a:lvl1pPr algn="l">
              <a:buNone/>
              <a:defRPr sz="1200" b="1">
                <a:solidFill>
                  <a:srgbClr val="2E66A3"/>
                </a:solidFill>
                <a:latin typeface="Malgun Gothic"/>
                <a:ea typeface="Malgun Gothic"/>
                <a:cs typeface="Malgun Gothic"/>
              </a:defRPr>
            </a:lvl1pPr>
            <a:lvl2pPr algn="l">
              <a:buNone/>
              <a:defRPr sz="1200" b="1">
                <a:solidFill>
                  <a:srgbClr val="2E66A3"/>
                </a:solidFill>
                <a:latin typeface="Malgun Gothic"/>
                <a:ea typeface="Malgun Gothic"/>
                <a:cs typeface="Malgun Gothic"/>
              </a:defRPr>
            </a:lvl2pPr>
            <a:lvl3pPr algn="l">
              <a:buNone/>
              <a:defRPr sz="1200" b="1">
                <a:solidFill>
                  <a:srgbClr val="2E66A3"/>
                </a:solidFill>
                <a:latin typeface="Malgun Gothic"/>
                <a:ea typeface="Malgun Gothic"/>
                <a:cs typeface="Malgun Gothic"/>
              </a:defRPr>
            </a:lvl3pPr>
            <a:lvl4pPr algn="l">
              <a:buNone/>
              <a:defRPr sz="1200" b="1">
                <a:solidFill>
                  <a:srgbClr val="2E66A3"/>
                </a:solidFill>
                <a:latin typeface="Malgun Gothic"/>
                <a:ea typeface="Malgun Gothic"/>
                <a:cs typeface="Malgun Gothic"/>
              </a:defRPr>
            </a:lvl4pPr>
            <a:lvl5pPr algn="l">
              <a:buNone/>
              <a:defRPr sz="1200" b="1">
                <a:solidFill>
                  <a:srgbClr val="2E66A3"/>
                </a:solidFill>
                <a:latin typeface="Malgun Gothic"/>
                <a:ea typeface="Malgun Gothic"/>
                <a:cs typeface="Malgun Gothic"/>
              </a:defRPr>
            </a:lvl5pPr>
            <a:lvl6pPr algn="l">
              <a:buNone/>
              <a:defRPr sz="1200" b="1">
                <a:solidFill>
                  <a:srgbClr val="2E66A3"/>
                </a:solidFill>
                <a:latin typeface="Malgun Gothic"/>
                <a:ea typeface="Malgun Gothic"/>
                <a:cs typeface="Malgun Gothic"/>
              </a:defRPr>
            </a:lvl6pPr>
            <a:lvl7pPr algn="l">
              <a:buNone/>
              <a:defRPr sz="1200" b="1">
                <a:solidFill>
                  <a:srgbClr val="2E66A3"/>
                </a:solidFill>
                <a:latin typeface="Malgun Gothic"/>
                <a:ea typeface="Malgun Gothic"/>
                <a:cs typeface="Malgun Gothic"/>
              </a:defRPr>
            </a:lvl7pPr>
            <a:lvl8pPr algn="l">
              <a:buNone/>
              <a:defRPr sz="1200" b="1">
                <a:solidFill>
                  <a:srgbClr val="2E66A3"/>
                </a:solidFill>
                <a:latin typeface="Malgun Gothic"/>
                <a:ea typeface="Malgun Gothic"/>
                <a:cs typeface="Malgun Gothic"/>
              </a:defRPr>
            </a:lvl8pPr>
            <a:lvl9pPr algn="l">
              <a:buNone/>
              <a:defRPr sz="1200" b="1">
                <a:solidFill>
                  <a:srgbClr val="2E66A3"/>
                </a:solidFill>
                <a:latin typeface="Malgun Gothic"/>
                <a:ea typeface="Malgun Gothic"/>
                <a:cs typeface="Malgun Gothic"/>
              </a:defRPr>
            </a:lvl9pPr>
          </a:lstStyle>
          <a:p xmlns:a="http://schemas.openxmlformats.org/drawingml/2006/main">
            <a:pPr algn="l">
              <a:buNone/>
              <a:defRPr sz="1200" b="1">
                <a:solidFill>
                  <a:srgbClr val="2E66A3"/>
                </a:solidFill>
                <a:latin typeface="Malgun Gothic"/>
                <a:ea typeface="Malgun Gothic"/>
                <a:cs typeface="Malgun Gothic"/>
              </a:defRPr>
            </a:pPr>
            <a:r>
              <a:rPr sz="1200" b="1">
                <a:solidFill>
                  <a:srgbClr val="2E66A3"/>
                </a:solidFill>
                <a:latin typeface="Malgun Gothic"/>
                <a:ea typeface="Malgun Gothic"/>
                <a:cs typeface="Malgun Gothic"/>
              </a:rPr>
              <a:t>01 · 도입</a:t>
            </a:r>
          </a:p>
        </p:txBody>
      </p:sp>
      <p:sp>
        <p:nvSpPr>
          <p:cNvPr id="2" name="slide-title">
            <a:extLst xmlns:a="http://schemas.openxmlformats.org/drawingml/2006/main">
              <a:ext uri="{FF2B5EF4-FFF2-40B4-BE49-F238E27FC236}">
                <a16:creationId xmlns:a16="http://schemas.microsoft.com/office/drawing/2014/main" id="{3AD7D20E-FA3E-4CE5-8FA1-CDFB507A768F}"/>
              </a:ext>
            </a:extLst>
          </p:cNvPr>
          <p:cNvSpPr>
            <a:spLocks xmlns:a="http://schemas.openxmlformats.org/drawingml/2006/main" noGrp="1"/>
          </p:cNvSpPr>
          <p:nvPr/>
        </p:nvSpPr>
        <p:spPr>
          <a:xfrm xmlns:a="http://schemas.openxmlformats.org/drawingml/2006/main">
            <a:off x="685800" y="8667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83F"/>
                </a:solidFill>
                <a:latin typeface="Malgun Gothic"/>
                <a:ea typeface="Malgun Gothic"/>
                <a:cs typeface="Malgun Gothic"/>
              </a:defRPr>
            </a:defPPr>
            <a:lvl1pPr algn="l">
              <a:buNone/>
              <a:defRPr sz="3300" b="1">
                <a:solidFill>
                  <a:srgbClr val="15283F"/>
                </a:solidFill>
                <a:latin typeface="Malgun Gothic"/>
                <a:ea typeface="Malgun Gothic"/>
                <a:cs typeface="Malgun Gothic"/>
              </a:defRPr>
            </a:lvl1pPr>
            <a:lvl2pPr algn="l">
              <a:buNone/>
              <a:defRPr sz="3300" b="1">
                <a:solidFill>
                  <a:srgbClr val="15283F"/>
                </a:solidFill>
                <a:latin typeface="Malgun Gothic"/>
                <a:ea typeface="Malgun Gothic"/>
                <a:cs typeface="Malgun Gothic"/>
              </a:defRPr>
            </a:lvl2pPr>
            <a:lvl3pPr algn="l">
              <a:buNone/>
              <a:defRPr sz="3300" b="1">
                <a:solidFill>
                  <a:srgbClr val="15283F"/>
                </a:solidFill>
                <a:latin typeface="Malgun Gothic"/>
                <a:ea typeface="Malgun Gothic"/>
                <a:cs typeface="Malgun Gothic"/>
              </a:defRPr>
            </a:lvl3pPr>
            <a:lvl4pPr algn="l">
              <a:buNone/>
              <a:defRPr sz="3300" b="1">
                <a:solidFill>
                  <a:srgbClr val="15283F"/>
                </a:solidFill>
                <a:latin typeface="Malgun Gothic"/>
                <a:ea typeface="Malgun Gothic"/>
                <a:cs typeface="Malgun Gothic"/>
              </a:defRPr>
            </a:lvl4pPr>
            <a:lvl5pPr algn="l">
              <a:buNone/>
              <a:defRPr sz="3300" b="1">
                <a:solidFill>
                  <a:srgbClr val="15283F"/>
                </a:solidFill>
                <a:latin typeface="Malgun Gothic"/>
                <a:ea typeface="Malgun Gothic"/>
                <a:cs typeface="Malgun Gothic"/>
              </a:defRPr>
            </a:lvl5pPr>
            <a:lvl6pPr algn="l">
              <a:buNone/>
              <a:defRPr sz="3300" b="1">
                <a:solidFill>
                  <a:srgbClr val="15283F"/>
                </a:solidFill>
                <a:latin typeface="Malgun Gothic"/>
                <a:ea typeface="Malgun Gothic"/>
                <a:cs typeface="Malgun Gothic"/>
              </a:defRPr>
            </a:lvl6pPr>
            <a:lvl7pPr algn="l">
              <a:buNone/>
              <a:defRPr sz="3300" b="1">
                <a:solidFill>
                  <a:srgbClr val="15283F"/>
                </a:solidFill>
                <a:latin typeface="Malgun Gothic"/>
                <a:ea typeface="Malgun Gothic"/>
                <a:cs typeface="Malgun Gothic"/>
              </a:defRPr>
            </a:lvl7pPr>
            <a:lvl8pPr algn="l">
              <a:buNone/>
              <a:defRPr sz="3300" b="1">
                <a:solidFill>
                  <a:srgbClr val="15283F"/>
                </a:solidFill>
                <a:latin typeface="Malgun Gothic"/>
                <a:ea typeface="Malgun Gothic"/>
                <a:cs typeface="Malgun Gothic"/>
              </a:defRPr>
            </a:lvl8pPr>
            <a:lvl9pPr algn="l">
              <a:buNone/>
              <a:defRPr sz="3300" b="1">
                <a:solidFill>
                  <a:srgbClr val="15283F"/>
                </a:solidFill>
                <a:latin typeface="Malgun Gothic"/>
                <a:ea typeface="Malgun Gothic"/>
                <a:cs typeface="Malgun Gothic"/>
              </a:defRPr>
            </a:lvl9pPr>
          </a:lstStyle>
          <a:p xmlns:a="http://schemas.openxmlformats.org/drawingml/2006/main">
            <a:pPr algn="l">
              <a:buNone/>
              <a:defRPr sz="3300" b="1">
                <a:solidFill>
                  <a:srgbClr val="15283F"/>
                </a:solidFill>
                <a:latin typeface="Malgun Gothic"/>
                <a:ea typeface="Malgun Gothic"/>
                <a:cs typeface="Malgun Gothic"/>
              </a:defRPr>
            </a:pPr>
            <a:r>
              <a:rPr sz="3300" b="1">
                <a:solidFill>
                  <a:srgbClr val="15283F"/>
                </a:solidFill>
                <a:latin typeface="Malgun Gothic"/>
                <a:ea typeface="Malgun Gothic"/>
                <a:cs typeface="Malgun Gothic"/>
              </a:rPr>
              <a:t>더 먼 곳으로 가는데, 더 빨리?</a:t>
            </a:r>
          </a:p>
        </p:txBody>
      </p:sp>
      <p:sp>
        <p:nvSpPr>
          <p:cNvPr id="3" name="FLYBY · 중력 도움">
            <a:extLst xmlns:a="http://schemas.openxmlformats.org/drawingml/2006/main">
              <a:ext uri="{FF2B5EF4-FFF2-40B4-BE49-F238E27FC236}">
                <a16:creationId xmlns:a16="http://schemas.microsoft.com/office/drawing/2014/main" id="{58D36D0D-1EA1-4788-B097-7B0A98C5D15F}"/>
              </a:ext>
            </a:extLst>
          </p:cNvPr>
          <p:cNvSpPr>
            <a:spLocks xmlns:a="http://schemas.openxmlformats.org/drawingml/2006/main" noGrp="1"/>
          </p:cNvSpPr>
          <p:nvPr/>
        </p:nvSpPr>
        <p:spPr>
          <a:xfrm xmlns:a="http://schemas.openxmlformats.org/drawingml/2006/main">
            <a:off x="685800" y="64293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758A"/>
                </a:solidFill>
                <a:latin typeface="Malgun Gothic"/>
                <a:ea typeface="Malgun Gothic"/>
                <a:cs typeface="Malgun Gothic"/>
              </a:defRPr>
            </a:defPPr>
            <a:lvl1pPr algn="l">
              <a:buNone/>
              <a:defRPr sz="1050" b="0">
                <a:solidFill>
                  <a:srgbClr val="66758A"/>
                </a:solidFill>
                <a:latin typeface="Malgun Gothic"/>
                <a:ea typeface="Malgun Gothic"/>
                <a:cs typeface="Malgun Gothic"/>
              </a:defRPr>
            </a:lvl1pPr>
            <a:lvl2pPr algn="l">
              <a:buNone/>
              <a:defRPr sz="1050" b="0">
                <a:solidFill>
                  <a:srgbClr val="66758A"/>
                </a:solidFill>
                <a:latin typeface="Malgun Gothic"/>
                <a:ea typeface="Malgun Gothic"/>
                <a:cs typeface="Malgun Gothic"/>
              </a:defRPr>
            </a:lvl2pPr>
            <a:lvl3pPr algn="l">
              <a:buNone/>
              <a:defRPr sz="1050" b="0">
                <a:solidFill>
                  <a:srgbClr val="66758A"/>
                </a:solidFill>
                <a:latin typeface="Malgun Gothic"/>
                <a:ea typeface="Malgun Gothic"/>
                <a:cs typeface="Malgun Gothic"/>
              </a:defRPr>
            </a:lvl3pPr>
            <a:lvl4pPr algn="l">
              <a:buNone/>
              <a:defRPr sz="1050" b="0">
                <a:solidFill>
                  <a:srgbClr val="66758A"/>
                </a:solidFill>
                <a:latin typeface="Malgun Gothic"/>
                <a:ea typeface="Malgun Gothic"/>
                <a:cs typeface="Malgun Gothic"/>
              </a:defRPr>
            </a:lvl4pPr>
            <a:lvl5pPr algn="l">
              <a:buNone/>
              <a:defRPr sz="1050" b="0">
                <a:solidFill>
                  <a:srgbClr val="66758A"/>
                </a:solidFill>
                <a:latin typeface="Malgun Gothic"/>
                <a:ea typeface="Malgun Gothic"/>
                <a:cs typeface="Malgun Gothic"/>
              </a:defRPr>
            </a:lvl5pPr>
            <a:lvl6pPr algn="l">
              <a:buNone/>
              <a:defRPr sz="1050" b="0">
                <a:solidFill>
                  <a:srgbClr val="66758A"/>
                </a:solidFill>
                <a:latin typeface="Malgun Gothic"/>
                <a:ea typeface="Malgun Gothic"/>
                <a:cs typeface="Malgun Gothic"/>
              </a:defRPr>
            </a:lvl6pPr>
            <a:lvl7pPr algn="l">
              <a:buNone/>
              <a:defRPr sz="1050" b="0">
                <a:solidFill>
                  <a:srgbClr val="66758A"/>
                </a:solidFill>
                <a:latin typeface="Malgun Gothic"/>
                <a:ea typeface="Malgun Gothic"/>
                <a:cs typeface="Malgun Gothic"/>
              </a:defRPr>
            </a:lvl7pPr>
            <a:lvl8pPr algn="l">
              <a:buNone/>
              <a:defRPr sz="1050" b="0">
                <a:solidFill>
                  <a:srgbClr val="66758A"/>
                </a:solidFill>
                <a:latin typeface="Malgun Gothic"/>
                <a:ea typeface="Malgun Gothic"/>
                <a:cs typeface="Malgun Gothic"/>
              </a:defRPr>
            </a:lvl8pPr>
            <a:lvl9pPr algn="l">
              <a:buNone/>
              <a:defRPr sz="1050" b="0">
                <a:solidFill>
                  <a:srgbClr val="66758A"/>
                </a:solidFill>
                <a:latin typeface="Malgun Gothic"/>
                <a:ea typeface="Malgun Gothic"/>
                <a:cs typeface="Malgun Gothic"/>
              </a:defRPr>
            </a:lvl9pPr>
          </a:lstStyle>
          <a:p xmlns:a="http://schemas.openxmlformats.org/drawingml/2006/main">
            <a:pPr algn="l">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FLYBY · 중력 도움</a:t>
            </a:r>
          </a:p>
        </p:txBody>
      </p:sp>
      <p:sp>
        <p:nvSpPr>
          <p:cNvPr id="4" name="02 / 18">
            <a:extLst xmlns:a="http://schemas.openxmlformats.org/drawingml/2006/main">
              <a:ext uri="{FF2B5EF4-FFF2-40B4-BE49-F238E27FC236}">
                <a16:creationId xmlns:a16="http://schemas.microsoft.com/office/drawing/2014/main" id="{7B255ACA-1C58-40E6-85EF-98AF839674A7}"/>
              </a:ext>
            </a:extLst>
          </p:cNvPr>
          <p:cNvSpPr>
            <a:spLocks xmlns:a="http://schemas.openxmlformats.org/drawingml/2006/main" noGrp="1"/>
          </p:cNvSpPr>
          <p:nvPr/>
        </p:nvSpPr>
        <p:spPr>
          <a:xfrm xmlns:a="http://schemas.openxmlformats.org/drawingml/2006/main">
            <a:off x="10477500" y="6429375"/>
            <a:ext cx="1028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6758A"/>
                </a:solidFill>
                <a:latin typeface="Malgun Gothic"/>
                <a:ea typeface="Malgun Gothic"/>
                <a:cs typeface="Malgun Gothic"/>
              </a:defRPr>
            </a:defPPr>
            <a:lvl1pPr algn="r">
              <a:buNone/>
              <a:defRPr sz="1050" b="0">
                <a:solidFill>
                  <a:srgbClr val="66758A"/>
                </a:solidFill>
                <a:latin typeface="Malgun Gothic"/>
                <a:ea typeface="Malgun Gothic"/>
                <a:cs typeface="Malgun Gothic"/>
              </a:defRPr>
            </a:lvl1pPr>
            <a:lvl2pPr algn="r">
              <a:buNone/>
              <a:defRPr sz="1050" b="0">
                <a:solidFill>
                  <a:srgbClr val="66758A"/>
                </a:solidFill>
                <a:latin typeface="Malgun Gothic"/>
                <a:ea typeface="Malgun Gothic"/>
                <a:cs typeface="Malgun Gothic"/>
              </a:defRPr>
            </a:lvl2pPr>
            <a:lvl3pPr algn="r">
              <a:buNone/>
              <a:defRPr sz="1050" b="0">
                <a:solidFill>
                  <a:srgbClr val="66758A"/>
                </a:solidFill>
                <a:latin typeface="Malgun Gothic"/>
                <a:ea typeface="Malgun Gothic"/>
                <a:cs typeface="Malgun Gothic"/>
              </a:defRPr>
            </a:lvl3pPr>
            <a:lvl4pPr algn="r">
              <a:buNone/>
              <a:defRPr sz="1050" b="0">
                <a:solidFill>
                  <a:srgbClr val="66758A"/>
                </a:solidFill>
                <a:latin typeface="Malgun Gothic"/>
                <a:ea typeface="Malgun Gothic"/>
                <a:cs typeface="Malgun Gothic"/>
              </a:defRPr>
            </a:lvl4pPr>
            <a:lvl5pPr algn="r">
              <a:buNone/>
              <a:defRPr sz="1050" b="0">
                <a:solidFill>
                  <a:srgbClr val="66758A"/>
                </a:solidFill>
                <a:latin typeface="Malgun Gothic"/>
                <a:ea typeface="Malgun Gothic"/>
                <a:cs typeface="Malgun Gothic"/>
              </a:defRPr>
            </a:lvl5pPr>
            <a:lvl6pPr algn="r">
              <a:buNone/>
              <a:defRPr sz="1050" b="0">
                <a:solidFill>
                  <a:srgbClr val="66758A"/>
                </a:solidFill>
                <a:latin typeface="Malgun Gothic"/>
                <a:ea typeface="Malgun Gothic"/>
                <a:cs typeface="Malgun Gothic"/>
              </a:defRPr>
            </a:lvl6pPr>
            <a:lvl7pPr algn="r">
              <a:buNone/>
              <a:defRPr sz="1050" b="0">
                <a:solidFill>
                  <a:srgbClr val="66758A"/>
                </a:solidFill>
                <a:latin typeface="Malgun Gothic"/>
                <a:ea typeface="Malgun Gothic"/>
                <a:cs typeface="Malgun Gothic"/>
              </a:defRPr>
            </a:lvl7pPr>
            <a:lvl8pPr algn="r">
              <a:buNone/>
              <a:defRPr sz="1050" b="0">
                <a:solidFill>
                  <a:srgbClr val="66758A"/>
                </a:solidFill>
                <a:latin typeface="Malgun Gothic"/>
                <a:ea typeface="Malgun Gothic"/>
                <a:cs typeface="Malgun Gothic"/>
              </a:defRPr>
            </a:lvl8pPr>
            <a:lvl9pPr algn="r">
              <a:buNone/>
              <a:defRPr sz="1050" b="0">
                <a:solidFill>
                  <a:srgbClr val="66758A"/>
                </a:solidFill>
                <a:latin typeface="Malgun Gothic"/>
                <a:ea typeface="Malgun Gothic"/>
                <a:cs typeface="Malgun Gothic"/>
              </a:defRPr>
            </a:lvl9pPr>
          </a:lstStyle>
          <a:p xmlns:a="http://schemas.openxmlformats.org/drawingml/2006/main">
            <a:pPr algn="r">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02 / 10</a:t>
            </a:r>
          </a:p>
        </p:txBody>
      </p:sp>
      <p:sp>
        <p:nvSpPr>
          <p:cNvPr id="5" name="같은 속력이라면&#10;먼 곳일수록 오래 걸림">
            <a:extLst xmlns:a="http://schemas.openxmlformats.org/drawingml/2006/main">
              <a:ext uri="{FF2B5EF4-FFF2-40B4-BE49-F238E27FC236}">
                <a16:creationId xmlns:a16="http://schemas.microsoft.com/office/drawing/2014/main" id="{C5078E84-6878-4279-95B1-07892410DAEE}"/>
              </a:ext>
            </a:extLst>
          </p:cNvPr>
          <p:cNvSpPr>
            <a:spLocks xmlns:a="http://schemas.openxmlformats.org/drawingml/2006/main" noGrp="1"/>
          </p:cNvSpPr>
          <p:nvPr/>
        </p:nvSpPr>
        <p:spPr>
          <a:xfrm xmlns:a="http://schemas.openxmlformats.org/drawingml/2006/main">
            <a:off x="685800" y="2133600"/>
            <a:ext cx="4953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D3048"/>
                </a:solidFill>
                <a:latin typeface="Malgun Gothic"/>
                <a:ea typeface="Malgun Gothic"/>
                <a:cs typeface="Malgun Gothic"/>
              </a:defRPr>
            </a:defPPr>
            <a:lvl1pPr algn="l">
              <a:buNone/>
              <a:defRPr sz="2850" b="1">
                <a:solidFill>
                  <a:srgbClr val="1D3048"/>
                </a:solidFill>
                <a:latin typeface="Malgun Gothic"/>
                <a:ea typeface="Malgun Gothic"/>
                <a:cs typeface="Malgun Gothic"/>
              </a:defRPr>
            </a:lvl1pPr>
            <a:lvl2pPr algn="l">
              <a:buNone/>
              <a:defRPr sz="2850" b="1">
                <a:solidFill>
                  <a:srgbClr val="1D3048"/>
                </a:solidFill>
                <a:latin typeface="Malgun Gothic"/>
                <a:ea typeface="Malgun Gothic"/>
                <a:cs typeface="Malgun Gothic"/>
              </a:defRPr>
            </a:lvl2pPr>
            <a:lvl3pPr algn="l">
              <a:buNone/>
              <a:defRPr sz="2850" b="1">
                <a:solidFill>
                  <a:srgbClr val="1D3048"/>
                </a:solidFill>
                <a:latin typeface="Malgun Gothic"/>
                <a:ea typeface="Malgun Gothic"/>
                <a:cs typeface="Malgun Gothic"/>
              </a:defRPr>
            </a:lvl3pPr>
            <a:lvl4pPr algn="l">
              <a:buNone/>
              <a:defRPr sz="2850" b="1">
                <a:solidFill>
                  <a:srgbClr val="1D3048"/>
                </a:solidFill>
                <a:latin typeface="Malgun Gothic"/>
                <a:ea typeface="Malgun Gothic"/>
                <a:cs typeface="Malgun Gothic"/>
              </a:defRPr>
            </a:lvl4pPr>
            <a:lvl5pPr algn="l">
              <a:buNone/>
              <a:defRPr sz="2850" b="1">
                <a:solidFill>
                  <a:srgbClr val="1D3048"/>
                </a:solidFill>
                <a:latin typeface="Malgun Gothic"/>
                <a:ea typeface="Malgun Gothic"/>
                <a:cs typeface="Malgun Gothic"/>
              </a:defRPr>
            </a:lvl5pPr>
            <a:lvl6pPr algn="l">
              <a:buNone/>
              <a:defRPr sz="2850" b="1">
                <a:solidFill>
                  <a:srgbClr val="1D3048"/>
                </a:solidFill>
                <a:latin typeface="Malgun Gothic"/>
                <a:ea typeface="Malgun Gothic"/>
                <a:cs typeface="Malgun Gothic"/>
              </a:defRPr>
            </a:lvl6pPr>
            <a:lvl7pPr algn="l">
              <a:buNone/>
              <a:defRPr sz="2850" b="1">
                <a:solidFill>
                  <a:srgbClr val="1D3048"/>
                </a:solidFill>
                <a:latin typeface="Malgun Gothic"/>
                <a:ea typeface="Malgun Gothic"/>
                <a:cs typeface="Malgun Gothic"/>
              </a:defRPr>
            </a:lvl7pPr>
            <a:lvl8pPr algn="l">
              <a:buNone/>
              <a:defRPr sz="2850" b="1">
                <a:solidFill>
                  <a:srgbClr val="1D3048"/>
                </a:solidFill>
                <a:latin typeface="Malgun Gothic"/>
                <a:ea typeface="Malgun Gothic"/>
                <a:cs typeface="Malgun Gothic"/>
              </a:defRPr>
            </a:lvl8pPr>
            <a:lvl9pPr algn="l">
              <a:buNone/>
              <a:defRPr sz="2850" b="1">
                <a:solidFill>
                  <a:srgbClr val="1D3048"/>
                </a:solidFill>
                <a:latin typeface="Malgun Gothic"/>
                <a:ea typeface="Malgun Gothic"/>
                <a:cs typeface="Malgun Gothic"/>
              </a:defRPr>
            </a:lvl9pPr>
          </a:lstStyle>
          <a:p xmlns:a="http://schemas.openxmlformats.org/drawingml/2006/main">
            <a:pPr algn="l">
              <a:buNone/>
              <a:defRPr sz="2850" b="1">
                <a:solidFill>
                  <a:srgbClr val="1D3048"/>
                </a:solidFill>
                <a:latin typeface="Malgun Gothic"/>
                <a:ea typeface="Malgun Gothic"/>
                <a:cs typeface="Malgun Gothic"/>
              </a:defRPr>
            </a:pPr>
            <a:r>
              <a:rPr sz="2850" b="1">
                <a:solidFill>
                  <a:srgbClr val="1D3048"/>
                </a:solidFill>
                <a:latin typeface="Malgun Gothic"/>
                <a:ea typeface="Malgun Gothic"/>
                <a:cs typeface="Malgun Gothic"/>
              </a:rPr>
              <a:t>같은 속력이라면</a:t>
            </a:r>
          </a:p>
          <a:p xmlns:a="http://schemas.openxmlformats.org/drawingml/2006/main">
            <a:pPr algn="l">
              <a:buNone/>
              <a:defRPr sz="2850" b="1">
                <a:solidFill>
                  <a:srgbClr val="1D3048"/>
                </a:solidFill>
                <a:latin typeface="Malgun Gothic"/>
                <a:ea typeface="Malgun Gothic"/>
                <a:cs typeface="Malgun Gothic"/>
              </a:defRPr>
            </a:pPr>
            <a:r>
              <a:rPr sz="2850" b="1">
                <a:solidFill>
                  <a:srgbClr val="1D3048"/>
                </a:solidFill>
                <a:latin typeface="Malgun Gothic"/>
                <a:ea typeface="Malgun Gothic"/>
                <a:cs typeface="Malgun Gothic"/>
              </a:rPr>
              <a:t>먼 곳일수록 오래 걸림</a:t>
            </a:r>
          </a:p>
        </p:txBody>
      </p:sp>
      <p:sp>
        <p:nvSpPr>
          <p:cNvPr id="6" name="하지만 우주에서는&#10;이동 중 속력도 달라짐">
            <a:extLst xmlns:a="http://schemas.openxmlformats.org/drawingml/2006/main">
              <a:ext uri="{FF2B5EF4-FFF2-40B4-BE49-F238E27FC236}">
                <a16:creationId xmlns:a16="http://schemas.microsoft.com/office/drawing/2014/main" id="{DF76AC7E-C860-4201-B3F4-F531D1AD26D8}"/>
              </a:ext>
            </a:extLst>
          </p:cNvPr>
          <p:cNvSpPr>
            <a:spLocks xmlns:a="http://schemas.openxmlformats.org/drawingml/2006/main" noGrp="1"/>
          </p:cNvSpPr>
          <p:nvPr/>
        </p:nvSpPr>
        <p:spPr>
          <a:xfrm xmlns:a="http://schemas.openxmlformats.org/drawingml/2006/main">
            <a:off x="685800" y="3705225"/>
            <a:ext cx="5048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E66A3"/>
                </a:solidFill>
                <a:latin typeface="Malgun Gothic"/>
                <a:ea typeface="Malgun Gothic"/>
                <a:cs typeface="Malgun Gothic"/>
              </a:defRPr>
            </a:defPPr>
            <a:lvl1pPr algn="l">
              <a:buNone/>
              <a:defRPr sz="2550" b="1">
                <a:solidFill>
                  <a:srgbClr val="2E66A3"/>
                </a:solidFill>
                <a:latin typeface="Malgun Gothic"/>
                <a:ea typeface="Malgun Gothic"/>
                <a:cs typeface="Malgun Gothic"/>
              </a:defRPr>
            </a:lvl1pPr>
            <a:lvl2pPr algn="l">
              <a:buNone/>
              <a:defRPr sz="2550" b="1">
                <a:solidFill>
                  <a:srgbClr val="2E66A3"/>
                </a:solidFill>
                <a:latin typeface="Malgun Gothic"/>
                <a:ea typeface="Malgun Gothic"/>
                <a:cs typeface="Malgun Gothic"/>
              </a:defRPr>
            </a:lvl2pPr>
            <a:lvl3pPr algn="l">
              <a:buNone/>
              <a:defRPr sz="2550" b="1">
                <a:solidFill>
                  <a:srgbClr val="2E66A3"/>
                </a:solidFill>
                <a:latin typeface="Malgun Gothic"/>
                <a:ea typeface="Malgun Gothic"/>
                <a:cs typeface="Malgun Gothic"/>
              </a:defRPr>
            </a:lvl3pPr>
            <a:lvl4pPr algn="l">
              <a:buNone/>
              <a:defRPr sz="2550" b="1">
                <a:solidFill>
                  <a:srgbClr val="2E66A3"/>
                </a:solidFill>
                <a:latin typeface="Malgun Gothic"/>
                <a:ea typeface="Malgun Gothic"/>
                <a:cs typeface="Malgun Gothic"/>
              </a:defRPr>
            </a:lvl4pPr>
            <a:lvl5pPr algn="l">
              <a:buNone/>
              <a:defRPr sz="2550" b="1">
                <a:solidFill>
                  <a:srgbClr val="2E66A3"/>
                </a:solidFill>
                <a:latin typeface="Malgun Gothic"/>
                <a:ea typeface="Malgun Gothic"/>
                <a:cs typeface="Malgun Gothic"/>
              </a:defRPr>
            </a:lvl5pPr>
            <a:lvl6pPr algn="l">
              <a:buNone/>
              <a:defRPr sz="2550" b="1">
                <a:solidFill>
                  <a:srgbClr val="2E66A3"/>
                </a:solidFill>
                <a:latin typeface="Malgun Gothic"/>
                <a:ea typeface="Malgun Gothic"/>
                <a:cs typeface="Malgun Gothic"/>
              </a:defRPr>
            </a:lvl6pPr>
            <a:lvl7pPr algn="l">
              <a:buNone/>
              <a:defRPr sz="2550" b="1">
                <a:solidFill>
                  <a:srgbClr val="2E66A3"/>
                </a:solidFill>
                <a:latin typeface="Malgun Gothic"/>
                <a:ea typeface="Malgun Gothic"/>
                <a:cs typeface="Malgun Gothic"/>
              </a:defRPr>
            </a:lvl7pPr>
            <a:lvl8pPr algn="l">
              <a:buNone/>
              <a:defRPr sz="2550" b="1">
                <a:solidFill>
                  <a:srgbClr val="2E66A3"/>
                </a:solidFill>
                <a:latin typeface="Malgun Gothic"/>
                <a:ea typeface="Malgun Gothic"/>
                <a:cs typeface="Malgun Gothic"/>
              </a:defRPr>
            </a:lvl8pPr>
            <a:lvl9pPr algn="l">
              <a:buNone/>
              <a:defRPr sz="2550" b="1">
                <a:solidFill>
                  <a:srgbClr val="2E66A3"/>
                </a:solidFill>
                <a:latin typeface="Malgun Gothic"/>
                <a:ea typeface="Malgun Gothic"/>
                <a:cs typeface="Malgun Gothic"/>
              </a:defRPr>
            </a:lvl9pPr>
          </a:lstStyle>
          <a:p xmlns:a="http://schemas.openxmlformats.org/drawingml/2006/main">
            <a:pPr algn="l">
              <a:buNone/>
              <a:defRPr sz="2550" b="1">
                <a:solidFill>
                  <a:srgbClr val="2E66A3"/>
                </a:solidFill>
                <a:latin typeface="Malgun Gothic"/>
                <a:ea typeface="Malgun Gothic"/>
                <a:cs typeface="Malgun Gothic"/>
              </a:defRPr>
            </a:pPr>
            <a:r>
              <a:rPr sz="2550" b="1">
                <a:solidFill>
                  <a:srgbClr val="2E66A3"/>
                </a:solidFill>
                <a:latin typeface="Malgun Gothic"/>
                <a:ea typeface="Malgun Gothic"/>
                <a:cs typeface="Malgun Gothic"/>
              </a:rPr>
              <a:t>하지만 우주에서는</a:t>
            </a:r>
          </a:p>
          <a:p xmlns:a="http://schemas.openxmlformats.org/drawingml/2006/main">
            <a:pPr algn="l">
              <a:buNone/>
              <a:defRPr sz="2550" b="1">
                <a:solidFill>
                  <a:srgbClr val="2E66A3"/>
                </a:solidFill>
                <a:latin typeface="Malgun Gothic"/>
                <a:ea typeface="Malgun Gothic"/>
                <a:cs typeface="Malgun Gothic"/>
              </a:defRPr>
            </a:pPr>
            <a:r>
              <a:rPr sz="2550" b="1">
                <a:solidFill>
                  <a:srgbClr val="2E66A3"/>
                </a:solidFill>
                <a:latin typeface="Malgun Gothic"/>
                <a:ea typeface="Malgun Gothic"/>
                <a:cs typeface="Malgun Gothic"/>
              </a:rPr>
              <a:t>이동 중 속력도 달라짐</a:t>
            </a:r>
          </a:p>
        </p:txBody>
      </p:sp>
      <p:pic>
        <p:nvPicPr>
          <p:cNvPr id="8" name="">
            <a:extLst xmlns:a="http://schemas.openxmlformats.org/drawingml/2006/main">
              <a:ext uri="{FF2B5EF4-FFF2-40B4-BE49-F238E27FC236}">
                <a16:creationId xmlns:a16="http://schemas.microsoft.com/office/drawing/2014/main" id="{B7151902-49B1-421A-A99E-7401865D122E}"/>
              </a:ext>
            </a:extLst>
          </p:cNvPr>
          <p:cNvPicPr>
            <a:picLocks xmlns:a="http://schemas.openxmlformats.org/drawingml/2006/main" noChangeAspect="1"/>
          </p:cNvPicPr>
          <p:nvPr/>
        </p:nvPicPr>
        <p:blipFill>
          <a:blip xmlns:r="http://schemas.openxmlformats.org/officeDocument/2006/relationships" xmlns:a="http://schemas.openxmlformats.org/drawingml/2006/main" r:embed="R42b801be81934ef7"/>
          <a:srcRect xmlns:a="http://schemas.openxmlformats.org/drawingml/2006/main" l="75" t="0" r="75" b="0"/>
          <a:stretch xmlns:a="http://schemas.openxmlformats.org/drawingml/2006/main">
            <a:fillRect l="0" t="0" r="0" b="0"/>
          </a:stretch>
        </p:blipFill>
        <p:spPr>
          <a:xfrm xmlns:a="http://schemas.openxmlformats.org/drawingml/2006/main">
            <a:off x="6191250" y="2076450"/>
            <a:ext cx="5314950" cy="2990850"/>
          </a:xfrm>
          <a:prstGeom xmlns:a="http://schemas.openxmlformats.org/drawingml/2006/main" prst="rect">
            <a:avLst/>
          </a:prstGeom>
        </p:spPr>
      </p:pic>
      <p:sp>
        <p:nvSpPr>
          <p:cNvPr id="9" name="태양계 상상도 · NASA/JPL-Caltech · 크기·">
            <a:extLst xmlns:a="http://schemas.openxmlformats.org/drawingml/2006/main">
              <a:ext uri="{FF2B5EF4-FFF2-40B4-BE49-F238E27FC236}">
                <a16:creationId xmlns:a16="http://schemas.microsoft.com/office/drawing/2014/main" id="{A899EE7E-B548-4AD0-9126-D9070CF96B40}"/>
              </a:ext>
            </a:extLst>
          </p:cNvPr>
          <p:cNvSpPr>
            <a:spLocks xmlns:a="http://schemas.openxmlformats.org/drawingml/2006/main" noGrp="1"/>
          </p:cNvSpPr>
          <p:nvPr/>
        </p:nvSpPr>
        <p:spPr>
          <a:xfrm xmlns:a="http://schemas.openxmlformats.org/drawingml/2006/main">
            <a:off x="6191250" y="5162550"/>
            <a:ext cx="5314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758A"/>
                </a:solidFill>
                <a:latin typeface="Malgun Gothic"/>
                <a:ea typeface="Malgun Gothic"/>
                <a:cs typeface="Malgun Gothic"/>
              </a:defRPr>
            </a:defPPr>
            <a:lvl1pPr algn="l">
              <a:buNone/>
              <a:defRPr sz="1050" b="0">
                <a:solidFill>
                  <a:srgbClr val="66758A"/>
                </a:solidFill>
                <a:latin typeface="Malgun Gothic"/>
                <a:ea typeface="Malgun Gothic"/>
                <a:cs typeface="Malgun Gothic"/>
              </a:defRPr>
            </a:lvl1pPr>
            <a:lvl2pPr algn="l">
              <a:buNone/>
              <a:defRPr sz="1050" b="0">
                <a:solidFill>
                  <a:srgbClr val="66758A"/>
                </a:solidFill>
                <a:latin typeface="Malgun Gothic"/>
                <a:ea typeface="Malgun Gothic"/>
                <a:cs typeface="Malgun Gothic"/>
              </a:defRPr>
            </a:lvl2pPr>
            <a:lvl3pPr algn="l">
              <a:buNone/>
              <a:defRPr sz="1050" b="0">
                <a:solidFill>
                  <a:srgbClr val="66758A"/>
                </a:solidFill>
                <a:latin typeface="Malgun Gothic"/>
                <a:ea typeface="Malgun Gothic"/>
                <a:cs typeface="Malgun Gothic"/>
              </a:defRPr>
            </a:lvl3pPr>
            <a:lvl4pPr algn="l">
              <a:buNone/>
              <a:defRPr sz="1050" b="0">
                <a:solidFill>
                  <a:srgbClr val="66758A"/>
                </a:solidFill>
                <a:latin typeface="Malgun Gothic"/>
                <a:ea typeface="Malgun Gothic"/>
                <a:cs typeface="Malgun Gothic"/>
              </a:defRPr>
            </a:lvl4pPr>
            <a:lvl5pPr algn="l">
              <a:buNone/>
              <a:defRPr sz="1050" b="0">
                <a:solidFill>
                  <a:srgbClr val="66758A"/>
                </a:solidFill>
                <a:latin typeface="Malgun Gothic"/>
                <a:ea typeface="Malgun Gothic"/>
                <a:cs typeface="Malgun Gothic"/>
              </a:defRPr>
            </a:lvl5pPr>
            <a:lvl6pPr algn="l">
              <a:buNone/>
              <a:defRPr sz="1050" b="0">
                <a:solidFill>
                  <a:srgbClr val="66758A"/>
                </a:solidFill>
                <a:latin typeface="Malgun Gothic"/>
                <a:ea typeface="Malgun Gothic"/>
                <a:cs typeface="Malgun Gothic"/>
              </a:defRPr>
            </a:lvl6pPr>
            <a:lvl7pPr algn="l">
              <a:buNone/>
              <a:defRPr sz="1050" b="0">
                <a:solidFill>
                  <a:srgbClr val="66758A"/>
                </a:solidFill>
                <a:latin typeface="Malgun Gothic"/>
                <a:ea typeface="Malgun Gothic"/>
                <a:cs typeface="Malgun Gothic"/>
              </a:defRPr>
            </a:lvl7pPr>
            <a:lvl8pPr algn="l">
              <a:buNone/>
              <a:defRPr sz="1050" b="0">
                <a:solidFill>
                  <a:srgbClr val="66758A"/>
                </a:solidFill>
                <a:latin typeface="Malgun Gothic"/>
                <a:ea typeface="Malgun Gothic"/>
                <a:cs typeface="Malgun Gothic"/>
              </a:defRPr>
            </a:lvl8pPr>
            <a:lvl9pPr algn="l">
              <a:buNone/>
              <a:defRPr sz="1050" b="0">
                <a:solidFill>
                  <a:srgbClr val="66758A"/>
                </a:solidFill>
                <a:latin typeface="Malgun Gothic"/>
                <a:ea typeface="Malgun Gothic"/>
                <a:cs typeface="Malgun Gothic"/>
              </a:defRPr>
            </a:lvl9pPr>
          </a:lstStyle>
          <a:p xmlns:a="http://schemas.openxmlformats.org/drawingml/2006/main">
            <a:pPr algn="l">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태양계 상상도 · NASA/JPL-Caltech · 크기·거리 비례 아님</a:t>
            </a:r>
          </a:p>
        </p:txBody>
      </p:sp>
    </p:spTree>
    <p:extLst>
      <p:ext uri="{BB962C8B-B14F-4D97-AF65-F5344CB8AC3E}">
        <p14:creationId xmlns:p14="http://schemas.microsoft.com/office/powerpoint/2010/main" val="8332380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02 · 출발의 문제">
            <a:extLst xmlns:a="http://schemas.openxmlformats.org/drawingml/2006/main">
              <a:ext uri="{FF2B5EF4-FFF2-40B4-BE49-F238E27FC236}">
                <a16:creationId xmlns:a16="http://schemas.microsoft.com/office/drawing/2014/main" id="{D2671258-1D6E-40F2-BD56-21D80ECFE0C0}"/>
              </a:ext>
            </a:extLst>
          </p:cNvPr>
          <p:cNvSpPr>
            <a:spLocks xmlns:a="http://schemas.openxmlformats.org/drawingml/2006/main" noGrp="1"/>
          </p:cNvSpPr>
          <p:nvPr/>
        </p:nvSpPr>
        <p:spPr>
          <a:xfrm xmlns:a="http://schemas.openxmlformats.org/drawingml/2006/main">
            <a:off x="685800" y="4000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E66A3"/>
                </a:solidFill>
                <a:latin typeface="Malgun Gothic"/>
                <a:ea typeface="Malgun Gothic"/>
                <a:cs typeface="Malgun Gothic"/>
              </a:defRPr>
            </a:defPPr>
            <a:lvl1pPr algn="l">
              <a:buNone/>
              <a:defRPr sz="1200" b="1">
                <a:solidFill>
                  <a:srgbClr val="2E66A3"/>
                </a:solidFill>
                <a:latin typeface="Malgun Gothic"/>
                <a:ea typeface="Malgun Gothic"/>
                <a:cs typeface="Malgun Gothic"/>
              </a:defRPr>
            </a:lvl1pPr>
            <a:lvl2pPr algn="l">
              <a:buNone/>
              <a:defRPr sz="1200" b="1">
                <a:solidFill>
                  <a:srgbClr val="2E66A3"/>
                </a:solidFill>
                <a:latin typeface="Malgun Gothic"/>
                <a:ea typeface="Malgun Gothic"/>
                <a:cs typeface="Malgun Gothic"/>
              </a:defRPr>
            </a:lvl2pPr>
            <a:lvl3pPr algn="l">
              <a:buNone/>
              <a:defRPr sz="1200" b="1">
                <a:solidFill>
                  <a:srgbClr val="2E66A3"/>
                </a:solidFill>
                <a:latin typeface="Malgun Gothic"/>
                <a:ea typeface="Malgun Gothic"/>
                <a:cs typeface="Malgun Gothic"/>
              </a:defRPr>
            </a:lvl3pPr>
            <a:lvl4pPr algn="l">
              <a:buNone/>
              <a:defRPr sz="1200" b="1">
                <a:solidFill>
                  <a:srgbClr val="2E66A3"/>
                </a:solidFill>
                <a:latin typeface="Malgun Gothic"/>
                <a:ea typeface="Malgun Gothic"/>
                <a:cs typeface="Malgun Gothic"/>
              </a:defRPr>
            </a:lvl4pPr>
            <a:lvl5pPr algn="l">
              <a:buNone/>
              <a:defRPr sz="1200" b="1">
                <a:solidFill>
                  <a:srgbClr val="2E66A3"/>
                </a:solidFill>
                <a:latin typeface="Malgun Gothic"/>
                <a:ea typeface="Malgun Gothic"/>
                <a:cs typeface="Malgun Gothic"/>
              </a:defRPr>
            </a:lvl5pPr>
            <a:lvl6pPr algn="l">
              <a:buNone/>
              <a:defRPr sz="1200" b="1">
                <a:solidFill>
                  <a:srgbClr val="2E66A3"/>
                </a:solidFill>
                <a:latin typeface="Malgun Gothic"/>
                <a:ea typeface="Malgun Gothic"/>
                <a:cs typeface="Malgun Gothic"/>
              </a:defRPr>
            </a:lvl6pPr>
            <a:lvl7pPr algn="l">
              <a:buNone/>
              <a:defRPr sz="1200" b="1">
                <a:solidFill>
                  <a:srgbClr val="2E66A3"/>
                </a:solidFill>
                <a:latin typeface="Malgun Gothic"/>
                <a:ea typeface="Malgun Gothic"/>
                <a:cs typeface="Malgun Gothic"/>
              </a:defRPr>
            </a:lvl7pPr>
            <a:lvl8pPr algn="l">
              <a:buNone/>
              <a:defRPr sz="1200" b="1">
                <a:solidFill>
                  <a:srgbClr val="2E66A3"/>
                </a:solidFill>
                <a:latin typeface="Malgun Gothic"/>
                <a:ea typeface="Malgun Gothic"/>
                <a:cs typeface="Malgun Gothic"/>
              </a:defRPr>
            </a:lvl8pPr>
            <a:lvl9pPr algn="l">
              <a:buNone/>
              <a:defRPr sz="1200" b="1">
                <a:solidFill>
                  <a:srgbClr val="2E66A3"/>
                </a:solidFill>
                <a:latin typeface="Malgun Gothic"/>
                <a:ea typeface="Malgun Gothic"/>
                <a:cs typeface="Malgun Gothic"/>
              </a:defRPr>
            </a:lvl9pPr>
          </a:lstStyle>
          <a:p xmlns:a="http://schemas.openxmlformats.org/drawingml/2006/main">
            <a:pPr algn="l">
              <a:buNone/>
              <a:defRPr sz="1200" b="1">
                <a:solidFill>
                  <a:srgbClr val="2E66A3"/>
                </a:solidFill>
                <a:latin typeface="Malgun Gothic"/>
                <a:ea typeface="Malgun Gothic"/>
                <a:cs typeface="Malgun Gothic"/>
              </a:defRPr>
            </a:pPr>
            <a:r>
              <a:rPr sz="1200" b="1">
                <a:solidFill>
                  <a:srgbClr val="2E66A3"/>
                </a:solidFill>
                <a:latin typeface="Malgun Gothic"/>
                <a:ea typeface="Malgun Gothic"/>
                <a:cs typeface="Malgun Gothic"/>
              </a:rPr>
              <a:t>02 · 출발의 문제</a:t>
            </a:r>
          </a:p>
        </p:txBody>
      </p:sp>
      <p:sp>
        <p:nvSpPr>
          <p:cNvPr id="2" name="slide-title">
            <a:extLst xmlns:a="http://schemas.openxmlformats.org/drawingml/2006/main">
              <a:ext uri="{FF2B5EF4-FFF2-40B4-BE49-F238E27FC236}">
                <a16:creationId xmlns:a16="http://schemas.microsoft.com/office/drawing/2014/main" id="{A7F9B6E7-EF4D-41E8-8495-CD1CF4056C59}"/>
              </a:ext>
            </a:extLst>
          </p:cNvPr>
          <p:cNvSpPr>
            <a:spLocks xmlns:a="http://schemas.openxmlformats.org/drawingml/2006/main" noGrp="1"/>
          </p:cNvSpPr>
          <p:nvPr/>
        </p:nvSpPr>
        <p:spPr>
          <a:xfrm xmlns:a="http://schemas.openxmlformats.org/drawingml/2006/main">
            <a:off x="685800" y="8667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83F"/>
                </a:solidFill>
                <a:latin typeface="Malgun Gothic"/>
                <a:ea typeface="Malgun Gothic"/>
                <a:cs typeface="Malgun Gothic"/>
              </a:defRPr>
            </a:defPPr>
            <a:lvl1pPr algn="l">
              <a:buNone/>
              <a:defRPr sz="3300" b="1">
                <a:solidFill>
                  <a:srgbClr val="15283F"/>
                </a:solidFill>
                <a:latin typeface="Malgun Gothic"/>
                <a:ea typeface="Malgun Gothic"/>
                <a:cs typeface="Malgun Gothic"/>
              </a:defRPr>
            </a:lvl1pPr>
            <a:lvl2pPr algn="l">
              <a:buNone/>
              <a:defRPr sz="3300" b="1">
                <a:solidFill>
                  <a:srgbClr val="15283F"/>
                </a:solidFill>
                <a:latin typeface="Malgun Gothic"/>
                <a:ea typeface="Malgun Gothic"/>
                <a:cs typeface="Malgun Gothic"/>
              </a:defRPr>
            </a:lvl2pPr>
            <a:lvl3pPr algn="l">
              <a:buNone/>
              <a:defRPr sz="3300" b="1">
                <a:solidFill>
                  <a:srgbClr val="15283F"/>
                </a:solidFill>
                <a:latin typeface="Malgun Gothic"/>
                <a:ea typeface="Malgun Gothic"/>
                <a:cs typeface="Malgun Gothic"/>
              </a:defRPr>
            </a:lvl3pPr>
            <a:lvl4pPr algn="l">
              <a:buNone/>
              <a:defRPr sz="3300" b="1">
                <a:solidFill>
                  <a:srgbClr val="15283F"/>
                </a:solidFill>
                <a:latin typeface="Malgun Gothic"/>
                <a:ea typeface="Malgun Gothic"/>
                <a:cs typeface="Malgun Gothic"/>
              </a:defRPr>
            </a:lvl4pPr>
            <a:lvl5pPr algn="l">
              <a:buNone/>
              <a:defRPr sz="3300" b="1">
                <a:solidFill>
                  <a:srgbClr val="15283F"/>
                </a:solidFill>
                <a:latin typeface="Malgun Gothic"/>
                <a:ea typeface="Malgun Gothic"/>
                <a:cs typeface="Malgun Gothic"/>
              </a:defRPr>
            </a:lvl5pPr>
            <a:lvl6pPr algn="l">
              <a:buNone/>
              <a:defRPr sz="3300" b="1">
                <a:solidFill>
                  <a:srgbClr val="15283F"/>
                </a:solidFill>
                <a:latin typeface="Malgun Gothic"/>
                <a:ea typeface="Malgun Gothic"/>
                <a:cs typeface="Malgun Gothic"/>
              </a:defRPr>
            </a:lvl6pPr>
            <a:lvl7pPr algn="l">
              <a:buNone/>
              <a:defRPr sz="3300" b="1">
                <a:solidFill>
                  <a:srgbClr val="15283F"/>
                </a:solidFill>
                <a:latin typeface="Malgun Gothic"/>
                <a:ea typeface="Malgun Gothic"/>
                <a:cs typeface="Malgun Gothic"/>
              </a:defRPr>
            </a:lvl7pPr>
            <a:lvl8pPr algn="l">
              <a:buNone/>
              <a:defRPr sz="3300" b="1">
                <a:solidFill>
                  <a:srgbClr val="15283F"/>
                </a:solidFill>
                <a:latin typeface="Malgun Gothic"/>
                <a:ea typeface="Malgun Gothic"/>
                <a:cs typeface="Malgun Gothic"/>
              </a:defRPr>
            </a:lvl8pPr>
            <a:lvl9pPr algn="l">
              <a:buNone/>
              <a:defRPr sz="3300" b="1">
                <a:solidFill>
                  <a:srgbClr val="15283F"/>
                </a:solidFill>
                <a:latin typeface="Malgun Gothic"/>
                <a:ea typeface="Malgun Gothic"/>
                <a:cs typeface="Malgun Gothic"/>
              </a:defRPr>
            </a:lvl9pPr>
          </a:lstStyle>
          <a:p xmlns:a="http://schemas.openxmlformats.org/drawingml/2006/main">
            <a:pPr algn="l">
              <a:buNone/>
              <a:defRPr sz="3300" b="1">
                <a:solidFill>
                  <a:srgbClr val="15283F"/>
                </a:solidFill>
                <a:latin typeface="Malgun Gothic"/>
                <a:ea typeface="Malgun Gothic"/>
                <a:cs typeface="Malgun Gothic"/>
              </a:defRPr>
            </a:pPr>
            <a:r>
              <a:rPr sz="3300" b="1">
                <a:solidFill>
                  <a:srgbClr val="15283F"/>
                </a:solidFill>
                <a:latin typeface="Malgun Gothic"/>
                <a:ea typeface="Malgun Gothic"/>
                <a:cs typeface="Malgun Gothic"/>
              </a:rPr>
              <a:t>지구를 떠나는 데는 에너지가 필요하다</a:t>
            </a:r>
          </a:p>
        </p:txBody>
      </p:sp>
      <p:sp>
        <p:nvSpPr>
          <p:cNvPr id="3" name="FLYBY · 중력 도움">
            <a:extLst xmlns:a="http://schemas.openxmlformats.org/drawingml/2006/main">
              <a:ext uri="{FF2B5EF4-FFF2-40B4-BE49-F238E27FC236}">
                <a16:creationId xmlns:a16="http://schemas.microsoft.com/office/drawing/2014/main" id="{11C1AD42-9E5E-40FE-A1E8-F4FE429D89B0}"/>
              </a:ext>
            </a:extLst>
          </p:cNvPr>
          <p:cNvSpPr>
            <a:spLocks xmlns:a="http://schemas.openxmlformats.org/drawingml/2006/main" noGrp="1"/>
          </p:cNvSpPr>
          <p:nvPr/>
        </p:nvSpPr>
        <p:spPr>
          <a:xfrm xmlns:a="http://schemas.openxmlformats.org/drawingml/2006/main">
            <a:off x="685800" y="64293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758A"/>
                </a:solidFill>
                <a:latin typeface="Malgun Gothic"/>
                <a:ea typeface="Malgun Gothic"/>
                <a:cs typeface="Malgun Gothic"/>
              </a:defRPr>
            </a:defPPr>
            <a:lvl1pPr algn="l">
              <a:buNone/>
              <a:defRPr sz="1050" b="0">
                <a:solidFill>
                  <a:srgbClr val="66758A"/>
                </a:solidFill>
                <a:latin typeface="Malgun Gothic"/>
                <a:ea typeface="Malgun Gothic"/>
                <a:cs typeface="Malgun Gothic"/>
              </a:defRPr>
            </a:lvl1pPr>
            <a:lvl2pPr algn="l">
              <a:buNone/>
              <a:defRPr sz="1050" b="0">
                <a:solidFill>
                  <a:srgbClr val="66758A"/>
                </a:solidFill>
                <a:latin typeface="Malgun Gothic"/>
                <a:ea typeface="Malgun Gothic"/>
                <a:cs typeface="Malgun Gothic"/>
              </a:defRPr>
            </a:lvl2pPr>
            <a:lvl3pPr algn="l">
              <a:buNone/>
              <a:defRPr sz="1050" b="0">
                <a:solidFill>
                  <a:srgbClr val="66758A"/>
                </a:solidFill>
                <a:latin typeface="Malgun Gothic"/>
                <a:ea typeface="Malgun Gothic"/>
                <a:cs typeface="Malgun Gothic"/>
              </a:defRPr>
            </a:lvl3pPr>
            <a:lvl4pPr algn="l">
              <a:buNone/>
              <a:defRPr sz="1050" b="0">
                <a:solidFill>
                  <a:srgbClr val="66758A"/>
                </a:solidFill>
                <a:latin typeface="Malgun Gothic"/>
                <a:ea typeface="Malgun Gothic"/>
                <a:cs typeface="Malgun Gothic"/>
              </a:defRPr>
            </a:lvl4pPr>
            <a:lvl5pPr algn="l">
              <a:buNone/>
              <a:defRPr sz="1050" b="0">
                <a:solidFill>
                  <a:srgbClr val="66758A"/>
                </a:solidFill>
                <a:latin typeface="Malgun Gothic"/>
                <a:ea typeface="Malgun Gothic"/>
                <a:cs typeface="Malgun Gothic"/>
              </a:defRPr>
            </a:lvl5pPr>
            <a:lvl6pPr algn="l">
              <a:buNone/>
              <a:defRPr sz="1050" b="0">
                <a:solidFill>
                  <a:srgbClr val="66758A"/>
                </a:solidFill>
                <a:latin typeface="Malgun Gothic"/>
                <a:ea typeface="Malgun Gothic"/>
                <a:cs typeface="Malgun Gothic"/>
              </a:defRPr>
            </a:lvl6pPr>
            <a:lvl7pPr algn="l">
              <a:buNone/>
              <a:defRPr sz="1050" b="0">
                <a:solidFill>
                  <a:srgbClr val="66758A"/>
                </a:solidFill>
                <a:latin typeface="Malgun Gothic"/>
                <a:ea typeface="Malgun Gothic"/>
                <a:cs typeface="Malgun Gothic"/>
              </a:defRPr>
            </a:lvl7pPr>
            <a:lvl8pPr algn="l">
              <a:buNone/>
              <a:defRPr sz="1050" b="0">
                <a:solidFill>
                  <a:srgbClr val="66758A"/>
                </a:solidFill>
                <a:latin typeface="Malgun Gothic"/>
                <a:ea typeface="Malgun Gothic"/>
                <a:cs typeface="Malgun Gothic"/>
              </a:defRPr>
            </a:lvl8pPr>
            <a:lvl9pPr algn="l">
              <a:buNone/>
              <a:defRPr sz="1050" b="0">
                <a:solidFill>
                  <a:srgbClr val="66758A"/>
                </a:solidFill>
                <a:latin typeface="Malgun Gothic"/>
                <a:ea typeface="Malgun Gothic"/>
                <a:cs typeface="Malgun Gothic"/>
              </a:defRPr>
            </a:lvl9pPr>
          </a:lstStyle>
          <a:p xmlns:a="http://schemas.openxmlformats.org/drawingml/2006/main">
            <a:pPr algn="l">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FLYBY · 중력 도움</a:t>
            </a:r>
          </a:p>
        </p:txBody>
      </p:sp>
      <p:sp>
        <p:nvSpPr>
          <p:cNvPr id="4" name="03 / 18">
            <a:extLst xmlns:a="http://schemas.openxmlformats.org/drawingml/2006/main">
              <a:ext uri="{FF2B5EF4-FFF2-40B4-BE49-F238E27FC236}">
                <a16:creationId xmlns:a16="http://schemas.microsoft.com/office/drawing/2014/main" id="{87B99FF0-3968-4A32-A902-3C23A9A0D4E4}"/>
              </a:ext>
            </a:extLst>
          </p:cNvPr>
          <p:cNvSpPr>
            <a:spLocks xmlns:a="http://schemas.openxmlformats.org/drawingml/2006/main" noGrp="1"/>
          </p:cNvSpPr>
          <p:nvPr/>
        </p:nvSpPr>
        <p:spPr>
          <a:xfrm xmlns:a="http://schemas.openxmlformats.org/drawingml/2006/main">
            <a:off x="10477500" y="6429375"/>
            <a:ext cx="1028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6758A"/>
                </a:solidFill>
                <a:latin typeface="Malgun Gothic"/>
                <a:ea typeface="Malgun Gothic"/>
                <a:cs typeface="Malgun Gothic"/>
              </a:defRPr>
            </a:defPPr>
            <a:lvl1pPr algn="r">
              <a:buNone/>
              <a:defRPr sz="1050" b="0">
                <a:solidFill>
                  <a:srgbClr val="66758A"/>
                </a:solidFill>
                <a:latin typeface="Malgun Gothic"/>
                <a:ea typeface="Malgun Gothic"/>
                <a:cs typeface="Malgun Gothic"/>
              </a:defRPr>
            </a:lvl1pPr>
            <a:lvl2pPr algn="r">
              <a:buNone/>
              <a:defRPr sz="1050" b="0">
                <a:solidFill>
                  <a:srgbClr val="66758A"/>
                </a:solidFill>
                <a:latin typeface="Malgun Gothic"/>
                <a:ea typeface="Malgun Gothic"/>
                <a:cs typeface="Malgun Gothic"/>
              </a:defRPr>
            </a:lvl2pPr>
            <a:lvl3pPr algn="r">
              <a:buNone/>
              <a:defRPr sz="1050" b="0">
                <a:solidFill>
                  <a:srgbClr val="66758A"/>
                </a:solidFill>
                <a:latin typeface="Malgun Gothic"/>
                <a:ea typeface="Malgun Gothic"/>
                <a:cs typeface="Malgun Gothic"/>
              </a:defRPr>
            </a:lvl3pPr>
            <a:lvl4pPr algn="r">
              <a:buNone/>
              <a:defRPr sz="1050" b="0">
                <a:solidFill>
                  <a:srgbClr val="66758A"/>
                </a:solidFill>
                <a:latin typeface="Malgun Gothic"/>
                <a:ea typeface="Malgun Gothic"/>
                <a:cs typeface="Malgun Gothic"/>
              </a:defRPr>
            </a:lvl4pPr>
            <a:lvl5pPr algn="r">
              <a:buNone/>
              <a:defRPr sz="1050" b="0">
                <a:solidFill>
                  <a:srgbClr val="66758A"/>
                </a:solidFill>
                <a:latin typeface="Malgun Gothic"/>
                <a:ea typeface="Malgun Gothic"/>
                <a:cs typeface="Malgun Gothic"/>
              </a:defRPr>
            </a:lvl5pPr>
            <a:lvl6pPr algn="r">
              <a:buNone/>
              <a:defRPr sz="1050" b="0">
                <a:solidFill>
                  <a:srgbClr val="66758A"/>
                </a:solidFill>
                <a:latin typeface="Malgun Gothic"/>
                <a:ea typeface="Malgun Gothic"/>
                <a:cs typeface="Malgun Gothic"/>
              </a:defRPr>
            </a:lvl6pPr>
            <a:lvl7pPr algn="r">
              <a:buNone/>
              <a:defRPr sz="1050" b="0">
                <a:solidFill>
                  <a:srgbClr val="66758A"/>
                </a:solidFill>
                <a:latin typeface="Malgun Gothic"/>
                <a:ea typeface="Malgun Gothic"/>
                <a:cs typeface="Malgun Gothic"/>
              </a:defRPr>
            </a:lvl7pPr>
            <a:lvl8pPr algn="r">
              <a:buNone/>
              <a:defRPr sz="1050" b="0">
                <a:solidFill>
                  <a:srgbClr val="66758A"/>
                </a:solidFill>
                <a:latin typeface="Malgun Gothic"/>
                <a:ea typeface="Malgun Gothic"/>
                <a:cs typeface="Malgun Gothic"/>
              </a:defRPr>
            </a:lvl8pPr>
            <a:lvl9pPr algn="r">
              <a:buNone/>
              <a:defRPr sz="1050" b="0">
                <a:solidFill>
                  <a:srgbClr val="66758A"/>
                </a:solidFill>
                <a:latin typeface="Malgun Gothic"/>
                <a:ea typeface="Malgun Gothic"/>
                <a:cs typeface="Malgun Gothic"/>
              </a:defRPr>
            </a:lvl9pPr>
          </a:lstStyle>
          <a:p xmlns:a="http://schemas.openxmlformats.org/drawingml/2006/main">
            <a:pPr algn="r">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03 / 10</a:t>
            </a:r>
          </a:p>
        </p:txBody>
      </p:sp>
      <p:sp>
        <p:nvSpPr>
          <p:cNvPr id="12" name="지구의 중력은&#10;탐사선을 끌어당김">
            <a:extLst xmlns:a="http://schemas.openxmlformats.org/drawingml/2006/main">
              <a:ext uri="{FF2B5EF4-FFF2-40B4-BE49-F238E27FC236}">
                <a16:creationId xmlns:a16="http://schemas.microsoft.com/office/drawing/2014/main" id="{8384B43A-E4BE-45D1-8902-CF3F9EB7791F}"/>
              </a:ext>
            </a:extLst>
          </p:cNvPr>
          <p:cNvSpPr>
            <a:spLocks xmlns:a="http://schemas.openxmlformats.org/drawingml/2006/main" noGrp="1"/>
          </p:cNvSpPr>
          <p:nvPr/>
        </p:nvSpPr>
        <p:spPr>
          <a:xfrm xmlns:a="http://schemas.openxmlformats.org/drawingml/2006/main">
            <a:off x="685800" y="2238375"/>
            <a:ext cx="4905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5283F"/>
                </a:solidFill>
                <a:latin typeface="Malgun Gothic"/>
                <a:ea typeface="Malgun Gothic"/>
                <a:cs typeface="Malgun Gothic"/>
              </a:defRPr>
            </a:defPPr>
            <a:lvl1pPr algn="l">
              <a:defRPr sz="2775" b="1">
                <a:solidFill>
                  <a:srgbClr val="15283F"/>
                </a:solidFill>
                <a:latin typeface="Malgun Gothic"/>
                <a:ea typeface="Malgun Gothic"/>
                <a:cs typeface="Malgun Gothic"/>
              </a:defRPr>
            </a:lvl1pPr>
            <a:lvl2pPr algn="l">
              <a:defRPr sz="2775" b="1">
                <a:solidFill>
                  <a:srgbClr val="15283F"/>
                </a:solidFill>
                <a:latin typeface="Malgun Gothic"/>
                <a:ea typeface="Malgun Gothic"/>
                <a:cs typeface="Malgun Gothic"/>
              </a:defRPr>
            </a:lvl2pPr>
            <a:lvl3pPr algn="l">
              <a:defRPr sz="2775" b="1">
                <a:solidFill>
                  <a:srgbClr val="15283F"/>
                </a:solidFill>
                <a:latin typeface="Malgun Gothic"/>
                <a:ea typeface="Malgun Gothic"/>
                <a:cs typeface="Malgun Gothic"/>
              </a:defRPr>
            </a:lvl3pPr>
            <a:lvl4pPr algn="l">
              <a:defRPr sz="2775" b="1">
                <a:solidFill>
                  <a:srgbClr val="15283F"/>
                </a:solidFill>
                <a:latin typeface="Malgun Gothic"/>
                <a:ea typeface="Malgun Gothic"/>
                <a:cs typeface="Malgun Gothic"/>
              </a:defRPr>
            </a:lvl4pPr>
            <a:lvl5pPr algn="l">
              <a:defRPr sz="2775" b="1">
                <a:solidFill>
                  <a:srgbClr val="15283F"/>
                </a:solidFill>
                <a:latin typeface="Malgun Gothic"/>
                <a:ea typeface="Malgun Gothic"/>
                <a:cs typeface="Malgun Gothic"/>
              </a:defRPr>
            </a:lvl5pPr>
            <a:lvl6pPr algn="l">
              <a:defRPr sz="2775" b="1">
                <a:solidFill>
                  <a:srgbClr val="15283F"/>
                </a:solidFill>
                <a:latin typeface="Malgun Gothic"/>
                <a:ea typeface="Malgun Gothic"/>
                <a:cs typeface="Malgun Gothic"/>
              </a:defRPr>
            </a:lvl6pPr>
            <a:lvl7pPr algn="l">
              <a:defRPr sz="2775" b="1">
                <a:solidFill>
                  <a:srgbClr val="15283F"/>
                </a:solidFill>
                <a:latin typeface="Malgun Gothic"/>
                <a:ea typeface="Malgun Gothic"/>
                <a:cs typeface="Malgun Gothic"/>
              </a:defRPr>
            </a:lvl7pPr>
            <a:lvl8pPr algn="l">
              <a:defRPr sz="2775" b="1">
                <a:solidFill>
                  <a:srgbClr val="15283F"/>
                </a:solidFill>
                <a:latin typeface="Malgun Gothic"/>
                <a:ea typeface="Malgun Gothic"/>
                <a:cs typeface="Malgun Gothic"/>
              </a:defRPr>
            </a:lvl8pPr>
            <a:lvl9pPr algn="l">
              <a:defRPr sz="2775" b="1">
                <a:solidFill>
                  <a:srgbClr val="15283F"/>
                </a:solidFill>
                <a:latin typeface="Malgun Gothic"/>
                <a:ea typeface="Malgun Gothic"/>
                <a:cs typeface="Malgun Gothic"/>
              </a:defRPr>
            </a:lvl9pPr>
          </a:lstStyle>
          <a:p xmlns:a="http://schemas.openxmlformats.org/drawingml/2006/main">
            <a:pPr algn="l">
              <a:defRPr sz="2775" b="1">
                <a:solidFill>
                  <a:srgbClr val="15283F"/>
                </a:solidFill>
                <a:latin typeface="Malgun Gothic"/>
                <a:ea typeface="Malgun Gothic"/>
                <a:cs typeface="Malgun Gothic"/>
              </a:defRPr>
            </a:pPr>
            <a:r>
              <a:rPr sz="2775" b="1">
                <a:solidFill>
                  <a:srgbClr val="15283F"/>
                </a:solidFill>
                <a:latin typeface="Malgun Gothic"/>
                <a:ea typeface="Malgun Gothic"/>
                <a:cs typeface="Malgun Gothic"/>
              </a:rPr>
              <a:t>지구의 중력은</a:t>
            </a:r>
          </a:p>
          <a:p xmlns:a="http://schemas.openxmlformats.org/drawingml/2006/main">
            <a:pPr algn="l">
              <a:defRPr sz="2775" b="1">
                <a:solidFill>
                  <a:srgbClr val="15283F"/>
                </a:solidFill>
                <a:latin typeface="Malgun Gothic"/>
                <a:ea typeface="Malgun Gothic"/>
                <a:cs typeface="Malgun Gothic"/>
              </a:defRPr>
            </a:pPr>
            <a:r>
              <a:rPr sz="2775" b="1">
                <a:solidFill>
                  <a:srgbClr val="15283F"/>
                </a:solidFill>
                <a:latin typeface="Malgun Gothic"/>
                <a:ea typeface="Malgun Gothic"/>
                <a:cs typeface="Malgun Gothic"/>
              </a:rPr>
              <a:t>탐사선을 끌어당김</a:t>
            </a:r>
          </a:p>
        </p:txBody>
      </p:sp>
      <p:sp>
        <p:nvSpPr>
          <p:cNvPr id="13" name="추진제를 태워&#10;속도를 높임">
            <a:extLst xmlns:a="http://schemas.openxmlformats.org/drawingml/2006/main">
              <a:ext uri="{FF2B5EF4-FFF2-40B4-BE49-F238E27FC236}">
                <a16:creationId xmlns:a16="http://schemas.microsoft.com/office/drawing/2014/main" id="{D042AD9C-6C22-470E-A926-9E21D357A278}"/>
              </a:ext>
            </a:extLst>
          </p:cNvPr>
          <p:cNvSpPr>
            <a:spLocks xmlns:a="http://schemas.openxmlformats.org/drawingml/2006/main" noGrp="1"/>
          </p:cNvSpPr>
          <p:nvPr/>
        </p:nvSpPr>
        <p:spPr>
          <a:xfrm xmlns:a="http://schemas.openxmlformats.org/drawingml/2006/main">
            <a:off x="685800" y="4057650"/>
            <a:ext cx="4905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E66A3"/>
                </a:solidFill>
                <a:latin typeface="Malgun Gothic"/>
                <a:ea typeface="Malgun Gothic"/>
                <a:cs typeface="Malgun Gothic"/>
              </a:defRPr>
            </a:defPPr>
            <a:lvl1pPr algn="l">
              <a:defRPr sz="2400" b="1">
                <a:solidFill>
                  <a:srgbClr val="2E66A3"/>
                </a:solidFill>
                <a:latin typeface="Malgun Gothic"/>
                <a:ea typeface="Malgun Gothic"/>
                <a:cs typeface="Malgun Gothic"/>
              </a:defRPr>
            </a:lvl1pPr>
            <a:lvl2pPr algn="l">
              <a:defRPr sz="2400" b="1">
                <a:solidFill>
                  <a:srgbClr val="2E66A3"/>
                </a:solidFill>
                <a:latin typeface="Malgun Gothic"/>
                <a:ea typeface="Malgun Gothic"/>
                <a:cs typeface="Malgun Gothic"/>
              </a:defRPr>
            </a:lvl2pPr>
            <a:lvl3pPr algn="l">
              <a:defRPr sz="2400" b="1">
                <a:solidFill>
                  <a:srgbClr val="2E66A3"/>
                </a:solidFill>
                <a:latin typeface="Malgun Gothic"/>
                <a:ea typeface="Malgun Gothic"/>
                <a:cs typeface="Malgun Gothic"/>
              </a:defRPr>
            </a:lvl3pPr>
            <a:lvl4pPr algn="l">
              <a:defRPr sz="2400" b="1">
                <a:solidFill>
                  <a:srgbClr val="2E66A3"/>
                </a:solidFill>
                <a:latin typeface="Malgun Gothic"/>
                <a:ea typeface="Malgun Gothic"/>
                <a:cs typeface="Malgun Gothic"/>
              </a:defRPr>
            </a:lvl4pPr>
            <a:lvl5pPr algn="l">
              <a:defRPr sz="2400" b="1">
                <a:solidFill>
                  <a:srgbClr val="2E66A3"/>
                </a:solidFill>
                <a:latin typeface="Malgun Gothic"/>
                <a:ea typeface="Malgun Gothic"/>
                <a:cs typeface="Malgun Gothic"/>
              </a:defRPr>
            </a:lvl5pPr>
            <a:lvl6pPr algn="l">
              <a:defRPr sz="2400" b="1">
                <a:solidFill>
                  <a:srgbClr val="2E66A3"/>
                </a:solidFill>
                <a:latin typeface="Malgun Gothic"/>
                <a:ea typeface="Malgun Gothic"/>
                <a:cs typeface="Malgun Gothic"/>
              </a:defRPr>
            </a:lvl6pPr>
            <a:lvl7pPr algn="l">
              <a:defRPr sz="2400" b="1">
                <a:solidFill>
                  <a:srgbClr val="2E66A3"/>
                </a:solidFill>
                <a:latin typeface="Malgun Gothic"/>
                <a:ea typeface="Malgun Gothic"/>
                <a:cs typeface="Malgun Gothic"/>
              </a:defRPr>
            </a:lvl7pPr>
            <a:lvl8pPr algn="l">
              <a:defRPr sz="2400" b="1">
                <a:solidFill>
                  <a:srgbClr val="2E66A3"/>
                </a:solidFill>
                <a:latin typeface="Malgun Gothic"/>
                <a:ea typeface="Malgun Gothic"/>
                <a:cs typeface="Malgun Gothic"/>
              </a:defRPr>
            </a:lvl8pPr>
            <a:lvl9pPr algn="l">
              <a:defRPr sz="2400" b="1">
                <a:solidFill>
                  <a:srgbClr val="2E66A3"/>
                </a:solidFill>
                <a:latin typeface="Malgun Gothic"/>
                <a:ea typeface="Malgun Gothic"/>
                <a:cs typeface="Malgun Gothic"/>
              </a:defRPr>
            </a:lvl9pPr>
          </a:lstStyle>
          <a:p xmlns:a="http://schemas.openxmlformats.org/drawingml/2006/main">
            <a:pPr algn="l">
              <a:defRPr sz="2400" b="1">
                <a:solidFill>
                  <a:srgbClr val="2E66A3"/>
                </a:solidFill>
                <a:latin typeface="Malgun Gothic"/>
                <a:ea typeface="Malgun Gothic"/>
                <a:cs typeface="Malgun Gothic"/>
              </a:defRPr>
            </a:pPr>
            <a:r>
              <a:rPr sz="2400" b="1">
                <a:solidFill>
                  <a:srgbClr val="2E66A3"/>
                </a:solidFill>
                <a:latin typeface="Malgun Gothic"/>
                <a:ea typeface="Malgun Gothic"/>
                <a:cs typeface="Malgun Gothic"/>
              </a:rPr>
              <a:t>추진제를 태워</a:t>
            </a:r>
          </a:p>
          <a:p xmlns:a="http://schemas.openxmlformats.org/drawingml/2006/main">
            <a:pPr algn="l">
              <a:defRPr sz="2400" b="1">
                <a:solidFill>
                  <a:srgbClr val="2E66A3"/>
                </a:solidFill>
                <a:latin typeface="Malgun Gothic"/>
                <a:ea typeface="Malgun Gothic"/>
                <a:cs typeface="Malgun Gothic"/>
              </a:defRPr>
            </a:pPr>
            <a:r>
              <a:rPr sz="2400" b="1">
                <a:solidFill>
                  <a:srgbClr val="2E66A3"/>
                </a:solidFill>
                <a:latin typeface="Malgun Gothic"/>
                <a:ea typeface="Malgun Gothic"/>
                <a:cs typeface="Malgun Gothic"/>
              </a:rPr>
              <a:t>속도를 높임</a:t>
            </a:r>
          </a:p>
        </p:txBody>
      </p:sp>
      <p:pic>
        <p:nvPicPr>
          <p:cNvPr id="14" name="">
            <a:extLst xmlns:a="http://schemas.openxmlformats.org/drawingml/2006/main">
              <a:ext uri="{FF2B5EF4-FFF2-40B4-BE49-F238E27FC236}">
                <a16:creationId xmlns:a16="http://schemas.microsoft.com/office/drawing/2014/main" id="{7B34777F-2B16-4E9E-B3EC-48AF466FAB8E}"/>
              </a:ext>
            </a:extLst>
          </p:cNvPr>
          <p:cNvPicPr>
            <a:picLocks xmlns:a="http://schemas.openxmlformats.org/drawingml/2006/main" noChangeAspect="1"/>
          </p:cNvPicPr>
          <p:nvPr/>
        </p:nvPicPr>
        <p:blipFill>
          <a:blip xmlns:r="http://schemas.openxmlformats.org/officeDocument/2006/relationships" xmlns:a="http://schemas.openxmlformats.org/drawingml/2006/main" r:embed="R0c387a280eac40cb"/>
          <a:stretch xmlns:a="http://schemas.openxmlformats.org/drawingml/2006/main"/>
        </p:blipFill>
        <p:spPr>
          <a:xfrm xmlns:a="http://schemas.openxmlformats.org/drawingml/2006/main">
            <a:off x="5865813" y="1924050"/>
            <a:ext cx="5461000" cy="4095750"/>
          </a:xfrm>
          <a:prstGeom xmlns:a="http://schemas.openxmlformats.org/drawingml/2006/main" prst="rect">
            <a:avLst/>
          </a:prstGeom>
        </p:spPr>
      </p:pic>
      <p:sp>
        <p:nvSpPr>
          <p:cNvPr id="15" name="중력 웅덩이 개념도 · AI 생성">
            <a:extLst xmlns:a="http://schemas.openxmlformats.org/drawingml/2006/main">
              <a:ext uri="{FF2B5EF4-FFF2-40B4-BE49-F238E27FC236}">
                <a16:creationId xmlns:a16="http://schemas.microsoft.com/office/drawing/2014/main" id="{FCB8441A-E344-4D0C-B609-DE9381E59CF2}"/>
              </a:ext>
            </a:extLst>
          </p:cNvPr>
          <p:cNvSpPr>
            <a:spLocks xmlns:a="http://schemas.openxmlformats.org/drawingml/2006/main" noGrp="1"/>
          </p:cNvSpPr>
          <p:nvPr/>
        </p:nvSpPr>
        <p:spPr>
          <a:xfrm xmlns:a="http://schemas.openxmlformats.org/drawingml/2006/main">
            <a:off x="6048375" y="6029325"/>
            <a:ext cx="5457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758A"/>
                </a:solidFill>
                <a:latin typeface="Malgun Gothic"/>
                <a:ea typeface="Malgun Gothic"/>
                <a:cs typeface="Malgun Gothic"/>
              </a:defRPr>
            </a:defPPr>
            <a:lvl1pPr algn="l">
              <a:defRPr sz="1050" b="0">
                <a:solidFill>
                  <a:srgbClr val="66758A"/>
                </a:solidFill>
                <a:latin typeface="Malgun Gothic"/>
                <a:ea typeface="Malgun Gothic"/>
                <a:cs typeface="Malgun Gothic"/>
              </a:defRPr>
            </a:lvl1pPr>
            <a:lvl2pPr algn="l">
              <a:defRPr sz="1050" b="0">
                <a:solidFill>
                  <a:srgbClr val="66758A"/>
                </a:solidFill>
                <a:latin typeface="Malgun Gothic"/>
                <a:ea typeface="Malgun Gothic"/>
                <a:cs typeface="Malgun Gothic"/>
              </a:defRPr>
            </a:lvl2pPr>
            <a:lvl3pPr algn="l">
              <a:defRPr sz="1050" b="0">
                <a:solidFill>
                  <a:srgbClr val="66758A"/>
                </a:solidFill>
                <a:latin typeface="Malgun Gothic"/>
                <a:ea typeface="Malgun Gothic"/>
                <a:cs typeface="Malgun Gothic"/>
              </a:defRPr>
            </a:lvl3pPr>
            <a:lvl4pPr algn="l">
              <a:defRPr sz="1050" b="0">
                <a:solidFill>
                  <a:srgbClr val="66758A"/>
                </a:solidFill>
                <a:latin typeface="Malgun Gothic"/>
                <a:ea typeface="Malgun Gothic"/>
                <a:cs typeface="Malgun Gothic"/>
              </a:defRPr>
            </a:lvl4pPr>
            <a:lvl5pPr algn="l">
              <a:defRPr sz="1050" b="0">
                <a:solidFill>
                  <a:srgbClr val="66758A"/>
                </a:solidFill>
                <a:latin typeface="Malgun Gothic"/>
                <a:ea typeface="Malgun Gothic"/>
                <a:cs typeface="Malgun Gothic"/>
              </a:defRPr>
            </a:lvl5pPr>
            <a:lvl6pPr algn="l">
              <a:defRPr sz="1050" b="0">
                <a:solidFill>
                  <a:srgbClr val="66758A"/>
                </a:solidFill>
                <a:latin typeface="Malgun Gothic"/>
                <a:ea typeface="Malgun Gothic"/>
                <a:cs typeface="Malgun Gothic"/>
              </a:defRPr>
            </a:lvl6pPr>
            <a:lvl7pPr algn="l">
              <a:defRPr sz="1050" b="0">
                <a:solidFill>
                  <a:srgbClr val="66758A"/>
                </a:solidFill>
                <a:latin typeface="Malgun Gothic"/>
                <a:ea typeface="Malgun Gothic"/>
                <a:cs typeface="Malgun Gothic"/>
              </a:defRPr>
            </a:lvl7pPr>
            <a:lvl8pPr algn="l">
              <a:defRPr sz="1050" b="0">
                <a:solidFill>
                  <a:srgbClr val="66758A"/>
                </a:solidFill>
                <a:latin typeface="Malgun Gothic"/>
                <a:ea typeface="Malgun Gothic"/>
                <a:cs typeface="Malgun Gothic"/>
              </a:defRPr>
            </a:lvl8pPr>
            <a:lvl9pPr algn="l">
              <a:defRPr sz="1050" b="0">
                <a:solidFill>
                  <a:srgbClr val="66758A"/>
                </a:solidFill>
                <a:latin typeface="Malgun Gothic"/>
                <a:ea typeface="Malgun Gothic"/>
                <a:cs typeface="Malgun Gothic"/>
              </a:defRPr>
            </a:lvl9pPr>
          </a:lstStyle>
          <a:p xmlns:a="http://schemas.openxmlformats.org/drawingml/2006/main">
            <a:pPr algn="l">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중력 웅덩이 개념도 · AI 생성</a:t>
            </a:r>
          </a:p>
        </p:txBody>
      </p:sp>
    </p:spTree>
    <p:extLst>
      <p:ext uri="{BB962C8B-B14F-4D97-AF65-F5344CB8AC3E}">
        <p14:creationId xmlns:p14="http://schemas.microsoft.com/office/powerpoint/2010/main" val="16893721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03 · 방법">
            <a:extLst xmlns:a="http://schemas.openxmlformats.org/drawingml/2006/main">
              <a:ext uri="{FF2B5EF4-FFF2-40B4-BE49-F238E27FC236}">
                <a16:creationId xmlns:a16="http://schemas.microsoft.com/office/drawing/2014/main" id="{11B60932-3D2A-4471-8FBD-72FEA61F0292}"/>
              </a:ext>
            </a:extLst>
          </p:cNvPr>
          <p:cNvSpPr>
            <a:spLocks xmlns:a="http://schemas.openxmlformats.org/drawingml/2006/main" noGrp="1"/>
          </p:cNvSpPr>
          <p:nvPr/>
        </p:nvSpPr>
        <p:spPr>
          <a:xfrm xmlns:a="http://schemas.openxmlformats.org/drawingml/2006/main">
            <a:off x="685800" y="4000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E66A3"/>
                </a:solidFill>
                <a:latin typeface="Malgun Gothic"/>
                <a:ea typeface="Malgun Gothic"/>
                <a:cs typeface="Malgun Gothic"/>
              </a:defRPr>
            </a:defPPr>
            <a:lvl1pPr algn="l">
              <a:buNone/>
              <a:defRPr sz="1200" b="1">
                <a:solidFill>
                  <a:srgbClr val="2E66A3"/>
                </a:solidFill>
                <a:latin typeface="Malgun Gothic"/>
                <a:ea typeface="Malgun Gothic"/>
                <a:cs typeface="Malgun Gothic"/>
              </a:defRPr>
            </a:lvl1pPr>
            <a:lvl2pPr algn="l">
              <a:buNone/>
              <a:defRPr sz="1200" b="1">
                <a:solidFill>
                  <a:srgbClr val="2E66A3"/>
                </a:solidFill>
                <a:latin typeface="Malgun Gothic"/>
                <a:ea typeface="Malgun Gothic"/>
                <a:cs typeface="Malgun Gothic"/>
              </a:defRPr>
            </a:lvl2pPr>
            <a:lvl3pPr algn="l">
              <a:buNone/>
              <a:defRPr sz="1200" b="1">
                <a:solidFill>
                  <a:srgbClr val="2E66A3"/>
                </a:solidFill>
                <a:latin typeface="Malgun Gothic"/>
                <a:ea typeface="Malgun Gothic"/>
                <a:cs typeface="Malgun Gothic"/>
              </a:defRPr>
            </a:lvl3pPr>
            <a:lvl4pPr algn="l">
              <a:buNone/>
              <a:defRPr sz="1200" b="1">
                <a:solidFill>
                  <a:srgbClr val="2E66A3"/>
                </a:solidFill>
                <a:latin typeface="Malgun Gothic"/>
                <a:ea typeface="Malgun Gothic"/>
                <a:cs typeface="Malgun Gothic"/>
              </a:defRPr>
            </a:lvl4pPr>
            <a:lvl5pPr algn="l">
              <a:buNone/>
              <a:defRPr sz="1200" b="1">
                <a:solidFill>
                  <a:srgbClr val="2E66A3"/>
                </a:solidFill>
                <a:latin typeface="Malgun Gothic"/>
                <a:ea typeface="Malgun Gothic"/>
                <a:cs typeface="Malgun Gothic"/>
              </a:defRPr>
            </a:lvl5pPr>
            <a:lvl6pPr algn="l">
              <a:buNone/>
              <a:defRPr sz="1200" b="1">
                <a:solidFill>
                  <a:srgbClr val="2E66A3"/>
                </a:solidFill>
                <a:latin typeface="Malgun Gothic"/>
                <a:ea typeface="Malgun Gothic"/>
                <a:cs typeface="Malgun Gothic"/>
              </a:defRPr>
            </a:lvl6pPr>
            <a:lvl7pPr algn="l">
              <a:buNone/>
              <a:defRPr sz="1200" b="1">
                <a:solidFill>
                  <a:srgbClr val="2E66A3"/>
                </a:solidFill>
                <a:latin typeface="Malgun Gothic"/>
                <a:ea typeface="Malgun Gothic"/>
                <a:cs typeface="Malgun Gothic"/>
              </a:defRPr>
            </a:lvl7pPr>
            <a:lvl8pPr algn="l">
              <a:buNone/>
              <a:defRPr sz="1200" b="1">
                <a:solidFill>
                  <a:srgbClr val="2E66A3"/>
                </a:solidFill>
                <a:latin typeface="Malgun Gothic"/>
                <a:ea typeface="Malgun Gothic"/>
                <a:cs typeface="Malgun Gothic"/>
              </a:defRPr>
            </a:lvl8pPr>
            <a:lvl9pPr algn="l">
              <a:buNone/>
              <a:defRPr sz="1200" b="1">
                <a:solidFill>
                  <a:srgbClr val="2E66A3"/>
                </a:solidFill>
                <a:latin typeface="Malgun Gothic"/>
                <a:ea typeface="Malgun Gothic"/>
                <a:cs typeface="Malgun Gothic"/>
              </a:defRPr>
            </a:lvl9pPr>
          </a:lstStyle>
          <a:p xmlns:a="http://schemas.openxmlformats.org/drawingml/2006/main">
            <a:pPr algn="l">
              <a:buNone/>
              <a:defRPr sz="1200" b="1">
                <a:solidFill>
                  <a:srgbClr val="2E66A3"/>
                </a:solidFill>
                <a:latin typeface="Malgun Gothic"/>
                <a:ea typeface="Malgun Gothic"/>
                <a:cs typeface="Malgun Gothic"/>
              </a:defRPr>
            </a:pPr>
            <a:r>
              <a:rPr sz="1200" b="1">
                <a:solidFill>
                  <a:srgbClr val="2E66A3"/>
                </a:solidFill>
                <a:latin typeface="Malgun Gothic"/>
                <a:ea typeface="Malgun Gothic"/>
                <a:cs typeface="Malgun Gothic"/>
              </a:rPr>
              <a:t>03 · 방법</a:t>
            </a:r>
          </a:p>
        </p:txBody>
      </p:sp>
      <p:sp>
        <p:nvSpPr>
          <p:cNvPr id="2" name="slide-title">
            <a:extLst xmlns:a="http://schemas.openxmlformats.org/drawingml/2006/main">
              <a:ext uri="{FF2B5EF4-FFF2-40B4-BE49-F238E27FC236}">
                <a16:creationId xmlns:a16="http://schemas.microsoft.com/office/drawing/2014/main" id="{F87803D6-E7AB-47C3-8BC1-DC933568C2F5}"/>
              </a:ext>
            </a:extLst>
          </p:cNvPr>
          <p:cNvSpPr>
            <a:spLocks xmlns:a="http://schemas.openxmlformats.org/drawingml/2006/main" noGrp="1"/>
          </p:cNvSpPr>
          <p:nvPr/>
        </p:nvSpPr>
        <p:spPr>
          <a:xfrm xmlns:a="http://schemas.openxmlformats.org/drawingml/2006/main">
            <a:off x="685800" y="8667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83F"/>
                </a:solidFill>
                <a:latin typeface="Malgun Gothic"/>
                <a:ea typeface="Malgun Gothic"/>
                <a:cs typeface="Malgun Gothic"/>
              </a:defRPr>
            </a:defPPr>
            <a:lvl1pPr algn="l">
              <a:buNone/>
              <a:defRPr sz="3300" b="1">
                <a:solidFill>
                  <a:srgbClr val="15283F"/>
                </a:solidFill>
                <a:latin typeface="Malgun Gothic"/>
                <a:ea typeface="Malgun Gothic"/>
                <a:cs typeface="Malgun Gothic"/>
              </a:defRPr>
            </a:lvl1pPr>
            <a:lvl2pPr algn="l">
              <a:buNone/>
              <a:defRPr sz="3300" b="1">
                <a:solidFill>
                  <a:srgbClr val="15283F"/>
                </a:solidFill>
                <a:latin typeface="Malgun Gothic"/>
                <a:ea typeface="Malgun Gothic"/>
                <a:cs typeface="Malgun Gothic"/>
              </a:defRPr>
            </a:lvl2pPr>
            <a:lvl3pPr algn="l">
              <a:buNone/>
              <a:defRPr sz="3300" b="1">
                <a:solidFill>
                  <a:srgbClr val="15283F"/>
                </a:solidFill>
                <a:latin typeface="Malgun Gothic"/>
                <a:ea typeface="Malgun Gothic"/>
                <a:cs typeface="Malgun Gothic"/>
              </a:defRPr>
            </a:lvl3pPr>
            <a:lvl4pPr algn="l">
              <a:buNone/>
              <a:defRPr sz="3300" b="1">
                <a:solidFill>
                  <a:srgbClr val="15283F"/>
                </a:solidFill>
                <a:latin typeface="Malgun Gothic"/>
                <a:ea typeface="Malgun Gothic"/>
                <a:cs typeface="Malgun Gothic"/>
              </a:defRPr>
            </a:lvl4pPr>
            <a:lvl5pPr algn="l">
              <a:buNone/>
              <a:defRPr sz="3300" b="1">
                <a:solidFill>
                  <a:srgbClr val="15283F"/>
                </a:solidFill>
                <a:latin typeface="Malgun Gothic"/>
                <a:ea typeface="Malgun Gothic"/>
                <a:cs typeface="Malgun Gothic"/>
              </a:defRPr>
            </a:lvl5pPr>
            <a:lvl6pPr algn="l">
              <a:buNone/>
              <a:defRPr sz="3300" b="1">
                <a:solidFill>
                  <a:srgbClr val="15283F"/>
                </a:solidFill>
                <a:latin typeface="Malgun Gothic"/>
                <a:ea typeface="Malgun Gothic"/>
                <a:cs typeface="Malgun Gothic"/>
              </a:defRPr>
            </a:lvl6pPr>
            <a:lvl7pPr algn="l">
              <a:buNone/>
              <a:defRPr sz="3300" b="1">
                <a:solidFill>
                  <a:srgbClr val="15283F"/>
                </a:solidFill>
                <a:latin typeface="Malgun Gothic"/>
                <a:ea typeface="Malgun Gothic"/>
                <a:cs typeface="Malgun Gothic"/>
              </a:defRPr>
            </a:lvl7pPr>
            <a:lvl8pPr algn="l">
              <a:buNone/>
              <a:defRPr sz="3300" b="1">
                <a:solidFill>
                  <a:srgbClr val="15283F"/>
                </a:solidFill>
                <a:latin typeface="Malgun Gothic"/>
                <a:ea typeface="Malgun Gothic"/>
                <a:cs typeface="Malgun Gothic"/>
              </a:defRPr>
            </a:lvl8pPr>
            <a:lvl9pPr algn="l">
              <a:buNone/>
              <a:defRPr sz="3300" b="1">
                <a:solidFill>
                  <a:srgbClr val="15283F"/>
                </a:solidFill>
                <a:latin typeface="Malgun Gothic"/>
                <a:ea typeface="Malgun Gothic"/>
                <a:cs typeface="Malgun Gothic"/>
              </a:defRPr>
            </a:lvl9pPr>
          </a:lstStyle>
          <a:p xmlns:a="http://schemas.openxmlformats.org/drawingml/2006/main">
            <a:pPr algn="l">
              <a:buNone/>
              <a:defRPr sz="3300" b="1">
                <a:solidFill>
                  <a:srgbClr val="15283F"/>
                </a:solidFill>
                <a:latin typeface="Malgun Gothic"/>
                <a:ea typeface="Malgun Gothic"/>
                <a:cs typeface="Malgun Gothic"/>
              </a:defRPr>
            </a:pPr>
            <a:r>
              <a:rPr sz="3300" b="1">
                <a:solidFill>
                  <a:srgbClr val="15283F"/>
                </a:solidFill>
                <a:latin typeface="Malgun Gothic"/>
                <a:ea typeface="Malgun Gothic"/>
                <a:cs typeface="Malgun Gothic"/>
              </a:rPr>
              <a:t>플라이바이와 중력 도움</a:t>
            </a:r>
          </a:p>
        </p:txBody>
      </p:sp>
      <p:sp>
        <p:nvSpPr>
          <p:cNvPr id="3" name="FLYBY · 중력 도움">
            <a:extLst xmlns:a="http://schemas.openxmlformats.org/drawingml/2006/main">
              <a:ext uri="{FF2B5EF4-FFF2-40B4-BE49-F238E27FC236}">
                <a16:creationId xmlns:a16="http://schemas.microsoft.com/office/drawing/2014/main" id="{6D4FF696-2716-4B89-B7B9-FDDB4D1E0F14}"/>
              </a:ext>
            </a:extLst>
          </p:cNvPr>
          <p:cNvSpPr>
            <a:spLocks xmlns:a="http://schemas.openxmlformats.org/drawingml/2006/main" noGrp="1"/>
          </p:cNvSpPr>
          <p:nvPr/>
        </p:nvSpPr>
        <p:spPr>
          <a:xfrm xmlns:a="http://schemas.openxmlformats.org/drawingml/2006/main">
            <a:off x="685800" y="64293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758A"/>
                </a:solidFill>
                <a:latin typeface="Malgun Gothic"/>
                <a:ea typeface="Malgun Gothic"/>
                <a:cs typeface="Malgun Gothic"/>
              </a:defRPr>
            </a:defPPr>
            <a:lvl1pPr algn="l">
              <a:buNone/>
              <a:defRPr sz="1050" b="0">
                <a:solidFill>
                  <a:srgbClr val="66758A"/>
                </a:solidFill>
                <a:latin typeface="Malgun Gothic"/>
                <a:ea typeface="Malgun Gothic"/>
                <a:cs typeface="Malgun Gothic"/>
              </a:defRPr>
            </a:lvl1pPr>
            <a:lvl2pPr algn="l">
              <a:buNone/>
              <a:defRPr sz="1050" b="0">
                <a:solidFill>
                  <a:srgbClr val="66758A"/>
                </a:solidFill>
                <a:latin typeface="Malgun Gothic"/>
                <a:ea typeface="Malgun Gothic"/>
                <a:cs typeface="Malgun Gothic"/>
              </a:defRPr>
            </a:lvl2pPr>
            <a:lvl3pPr algn="l">
              <a:buNone/>
              <a:defRPr sz="1050" b="0">
                <a:solidFill>
                  <a:srgbClr val="66758A"/>
                </a:solidFill>
                <a:latin typeface="Malgun Gothic"/>
                <a:ea typeface="Malgun Gothic"/>
                <a:cs typeface="Malgun Gothic"/>
              </a:defRPr>
            </a:lvl3pPr>
            <a:lvl4pPr algn="l">
              <a:buNone/>
              <a:defRPr sz="1050" b="0">
                <a:solidFill>
                  <a:srgbClr val="66758A"/>
                </a:solidFill>
                <a:latin typeface="Malgun Gothic"/>
                <a:ea typeface="Malgun Gothic"/>
                <a:cs typeface="Malgun Gothic"/>
              </a:defRPr>
            </a:lvl4pPr>
            <a:lvl5pPr algn="l">
              <a:buNone/>
              <a:defRPr sz="1050" b="0">
                <a:solidFill>
                  <a:srgbClr val="66758A"/>
                </a:solidFill>
                <a:latin typeface="Malgun Gothic"/>
                <a:ea typeface="Malgun Gothic"/>
                <a:cs typeface="Malgun Gothic"/>
              </a:defRPr>
            </a:lvl5pPr>
            <a:lvl6pPr algn="l">
              <a:buNone/>
              <a:defRPr sz="1050" b="0">
                <a:solidFill>
                  <a:srgbClr val="66758A"/>
                </a:solidFill>
                <a:latin typeface="Malgun Gothic"/>
                <a:ea typeface="Malgun Gothic"/>
                <a:cs typeface="Malgun Gothic"/>
              </a:defRPr>
            </a:lvl6pPr>
            <a:lvl7pPr algn="l">
              <a:buNone/>
              <a:defRPr sz="1050" b="0">
                <a:solidFill>
                  <a:srgbClr val="66758A"/>
                </a:solidFill>
                <a:latin typeface="Malgun Gothic"/>
                <a:ea typeface="Malgun Gothic"/>
                <a:cs typeface="Malgun Gothic"/>
              </a:defRPr>
            </a:lvl7pPr>
            <a:lvl8pPr algn="l">
              <a:buNone/>
              <a:defRPr sz="1050" b="0">
                <a:solidFill>
                  <a:srgbClr val="66758A"/>
                </a:solidFill>
                <a:latin typeface="Malgun Gothic"/>
                <a:ea typeface="Malgun Gothic"/>
                <a:cs typeface="Malgun Gothic"/>
              </a:defRPr>
            </a:lvl8pPr>
            <a:lvl9pPr algn="l">
              <a:buNone/>
              <a:defRPr sz="1050" b="0">
                <a:solidFill>
                  <a:srgbClr val="66758A"/>
                </a:solidFill>
                <a:latin typeface="Malgun Gothic"/>
                <a:ea typeface="Malgun Gothic"/>
                <a:cs typeface="Malgun Gothic"/>
              </a:defRPr>
            </a:lvl9pPr>
          </a:lstStyle>
          <a:p xmlns:a="http://schemas.openxmlformats.org/drawingml/2006/main">
            <a:pPr algn="l">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FLYBY · 중력 도움</a:t>
            </a:r>
          </a:p>
        </p:txBody>
      </p:sp>
      <p:sp>
        <p:nvSpPr>
          <p:cNvPr id="4" name="05 / 18">
            <a:extLst xmlns:a="http://schemas.openxmlformats.org/drawingml/2006/main">
              <a:ext uri="{FF2B5EF4-FFF2-40B4-BE49-F238E27FC236}">
                <a16:creationId xmlns:a16="http://schemas.microsoft.com/office/drawing/2014/main" id="{4B182B86-0964-4A88-A3E8-C74631BC788C}"/>
              </a:ext>
            </a:extLst>
          </p:cNvPr>
          <p:cNvSpPr>
            <a:spLocks xmlns:a="http://schemas.openxmlformats.org/drawingml/2006/main" noGrp="1"/>
          </p:cNvSpPr>
          <p:nvPr/>
        </p:nvSpPr>
        <p:spPr>
          <a:xfrm xmlns:a="http://schemas.openxmlformats.org/drawingml/2006/main">
            <a:off x="10477500" y="6429375"/>
            <a:ext cx="1028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6758A"/>
                </a:solidFill>
                <a:latin typeface="Malgun Gothic"/>
                <a:ea typeface="Malgun Gothic"/>
                <a:cs typeface="Malgun Gothic"/>
              </a:defRPr>
            </a:defPPr>
            <a:lvl1pPr algn="r">
              <a:buNone/>
              <a:defRPr sz="1050" b="0">
                <a:solidFill>
                  <a:srgbClr val="66758A"/>
                </a:solidFill>
                <a:latin typeface="Malgun Gothic"/>
                <a:ea typeface="Malgun Gothic"/>
                <a:cs typeface="Malgun Gothic"/>
              </a:defRPr>
            </a:lvl1pPr>
            <a:lvl2pPr algn="r">
              <a:buNone/>
              <a:defRPr sz="1050" b="0">
                <a:solidFill>
                  <a:srgbClr val="66758A"/>
                </a:solidFill>
                <a:latin typeface="Malgun Gothic"/>
                <a:ea typeface="Malgun Gothic"/>
                <a:cs typeface="Malgun Gothic"/>
              </a:defRPr>
            </a:lvl2pPr>
            <a:lvl3pPr algn="r">
              <a:buNone/>
              <a:defRPr sz="1050" b="0">
                <a:solidFill>
                  <a:srgbClr val="66758A"/>
                </a:solidFill>
                <a:latin typeface="Malgun Gothic"/>
                <a:ea typeface="Malgun Gothic"/>
                <a:cs typeface="Malgun Gothic"/>
              </a:defRPr>
            </a:lvl3pPr>
            <a:lvl4pPr algn="r">
              <a:buNone/>
              <a:defRPr sz="1050" b="0">
                <a:solidFill>
                  <a:srgbClr val="66758A"/>
                </a:solidFill>
                <a:latin typeface="Malgun Gothic"/>
                <a:ea typeface="Malgun Gothic"/>
                <a:cs typeface="Malgun Gothic"/>
              </a:defRPr>
            </a:lvl4pPr>
            <a:lvl5pPr algn="r">
              <a:buNone/>
              <a:defRPr sz="1050" b="0">
                <a:solidFill>
                  <a:srgbClr val="66758A"/>
                </a:solidFill>
                <a:latin typeface="Malgun Gothic"/>
                <a:ea typeface="Malgun Gothic"/>
                <a:cs typeface="Malgun Gothic"/>
              </a:defRPr>
            </a:lvl5pPr>
            <a:lvl6pPr algn="r">
              <a:buNone/>
              <a:defRPr sz="1050" b="0">
                <a:solidFill>
                  <a:srgbClr val="66758A"/>
                </a:solidFill>
                <a:latin typeface="Malgun Gothic"/>
                <a:ea typeface="Malgun Gothic"/>
                <a:cs typeface="Malgun Gothic"/>
              </a:defRPr>
            </a:lvl6pPr>
            <a:lvl7pPr algn="r">
              <a:buNone/>
              <a:defRPr sz="1050" b="0">
                <a:solidFill>
                  <a:srgbClr val="66758A"/>
                </a:solidFill>
                <a:latin typeface="Malgun Gothic"/>
                <a:ea typeface="Malgun Gothic"/>
                <a:cs typeface="Malgun Gothic"/>
              </a:defRPr>
            </a:lvl7pPr>
            <a:lvl8pPr algn="r">
              <a:buNone/>
              <a:defRPr sz="1050" b="0">
                <a:solidFill>
                  <a:srgbClr val="66758A"/>
                </a:solidFill>
                <a:latin typeface="Malgun Gothic"/>
                <a:ea typeface="Malgun Gothic"/>
                <a:cs typeface="Malgun Gothic"/>
              </a:defRPr>
            </a:lvl8pPr>
            <a:lvl9pPr algn="r">
              <a:buNone/>
              <a:defRPr sz="1050" b="0">
                <a:solidFill>
                  <a:srgbClr val="66758A"/>
                </a:solidFill>
                <a:latin typeface="Malgun Gothic"/>
                <a:ea typeface="Malgun Gothic"/>
                <a:cs typeface="Malgun Gothic"/>
              </a:defRPr>
            </a:lvl9pPr>
          </a:lstStyle>
          <a:p xmlns:a="http://schemas.openxmlformats.org/drawingml/2006/main">
            <a:pPr algn="r">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04 / 10</a:t>
            </a:r>
          </a:p>
        </p:txBody>
      </p:sp>
      <p:sp>
        <p:nvSpPr>
          <p:cNvPr id="13" name="플라이바이">
            <a:extLst xmlns:a="http://schemas.openxmlformats.org/drawingml/2006/main">
              <a:ext uri="{FF2B5EF4-FFF2-40B4-BE49-F238E27FC236}">
                <a16:creationId xmlns:a16="http://schemas.microsoft.com/office/drawing/2014/main" id="{79EA8352-F3B1-41BB-82C6-450C559FD7FB}"/>
              </a:ext>
            </a:extLst>
          </p:cNvPr>
          <p:cNvSpPr>
            <a:spLocks xmlns:a="http://schemas.openxmlformats.org/drawingml/2006/main" noGrp="1"/>
          </p:cNvSpPr>
          <p:nvPr/>
        </p:nvSpPr>
        <p:spPr>
          <a:xfrm xmlns:a="http://schemas.openxmlformats.org/drawingml/2006/main">
            <a:off x="685800" y="20764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E66A3"/>
                </a:solidFill>
                <a:latin typeface="Malgun Gothic"/>
                <a:ea typeface="Malgun Gothic"/>
                <a:cs typeface="Malgun Gothic"/>
              </a:defRPr>
            </a:defPPr>
            <a:lvl1pPr algn="l">
              <a:defRPr sz="2250" b="1">
                <a:solidFill>
                  <a:srgbClr val="2E66A3"/>
                </a:solidFill>
                <a:latin typeface="Malgun Gothic"/>
                <a:ea typeface="Malgun Gothic"/>
                <a:cs typeface="Malgun Gothic"/>
              </a:defRPr>
            </a:lvl1pPr>
            <a:lvl2pPr algn="l">
              <a:defRPr sz="2250" b="1">
                <a:solidFill>
                  <a:srgbClr val="2E66A3"/>
                </a:solidFill>
                <a:latin typeface="Malgun Gothic"/>
                <a:ea typeface="Malgun Gothic"/>
                <a:cs typeface="Malgun Gothic"/>
              </a:defRPr>
            </a:lvl2pPr>
            <a:lvl3pPr algn="l">
              <a:defRPr sz="2250" b="1">
                <a:solidFill>
                  <a:srgbClr val="2E66A3"/>
                </a:solidFill>
                <a:latin typeface="Malgun Gothic"/>
                <a:ea typeface="Malgun Gothic"/>
                <a:cs typeface="Malgun Gothic"/>
              </a:defRPr>
            </a:lvl3pPr>
            <a:lvl4pPr algn="l">
              <a:defRPr sz="2250" b="1">
                <a:solidFill>
                  <a:srgbClr val="2E66A3"/>
                </a:solidFill>
                <a:latin typeface="Malgun Gothic"/>
                <a:ea typeface="Malgun Gothic"/>
                <a:cs typeface="Malgun Gothic"/>
              </a:defRPr>
            </a:lvl4pPr>
            <a:lvl5pPr algn="l">
              <a:defRPr sz="2250" b="1">
                <a:solidFill>
                  <a:srgbClr val="2E66A3"/>
                </a:solidFill>
                <a:latin typeface="Malgun Gothic"/>
                <a:ea typeface="Malgun Gothic"/>
                <a:cs typeface="Malgun Gothic"/>
              </a:defRPr>
            </a:lvl5pPr>
            <a:lvl6pPr algn="l">
              <a:defRPr sz="2250" b="1">
                <a:solidFill>
                  <a:srgbClr val="2E66A3"/>
                </a:solidFill>
                <a:latin typeface="Malgun Gothic"/>
                <a:ea typeface="Malgun Gothic"/>
                <a:cs typeface="Malgun Gothic"/>
              </a:defRPr>
            </a:lvl6pPr>
            <a:lvl7pPr algn="l">
              <a:defRPr sz="2250" b="1">
                <a:solidFill>
                  <a:srgbClr val="2E66A3"/>
                </a:solidFill>
                <a:latin typeface="Malgun Gothic"/>
                <a:ea typeface="Malgun Gothic"/>
                <a:cs typeface="Malgun Gothic"/>
              </a:defRPr>
            </a:lvl7pPr>
            <a:lvl8pPr algn="l">
              <a:defRPr sz="2250" b="1">
                <a:solidFill>
                  <a:srgbClr val="2E66A3"/>
                </a:solidFill>
                <a:latin typeface="Malgun Gothic"/>
                <a:ea typeface="Malgun Gothic"/>
                <a:cs typeface="Malgun Gothic"/>
              </a:defRPr>
            </a:lvl8pPr>
            <a:lvl9pPr algn="l">
              <a:defRPr sz="2250" b="1">
                <a:solidFill>
                  <a:srgbClr val="2E66A3"/>
                </a:solidFill>
                <a:latin typeface="Malgun Gothic"/>
                <a:ea typeface="Malgun Gothic"/>
                <a:cs typeface="Malgun Gothic"/>
              </a:defRPr>
            </a:lvl9pPr>
          </a:lstStyle>
          <a:p xmlns:a="http://schemas.openxmlformats.org/drawingml/2006/main">
            <a:pPr algn="l">
              <a:defRPr sz="2250" b="1">
                <a:solidFill>
                  <a:srgbClr val="2E66A3"/>
                </a:solidFill>
                <a:latin typeface="Malgun Gothic"/>
                <a:ea typeface="Malgun Gothic"/>
                <a:cs typeface="Malgun Gothic"/>
              </a:defRPr>
            </a:pPr>
            <a:r>
              <a:rPr sz="2250" b="1">
                <a:solidFill>
                  <a:srgbClr val="2E66A3"/>
                </a:solidFill>
                <a:latin typeface="Malgun Gothic"/>
                <a:ea typeface="Malgun Gothic"/>
                <a:cs typeface="Malgun Gothic"/>
              </a:rPr>
              <a:t>플라이바이</a:t>
            </a:r>
          </a:p>
        </p:txBody>
      </p:sp>
      <p:sp>
        <p:nvSpPr>
          <p:cNvPr id="14" name="천체 가까이를 지나가는 비행">
            <a:extLst xmlns:a="http://schemas.openxmlformats.org/drawingml/2006/main">
              <a:ext uri="{FF2B5EF4-FFF2-40B4-BE49-F238E27FC236}">
                <a16:creationId xmlns:a16="http://schemas.microsoft.com/office/drawing/2014/main" id="{31031F61-EE02-4775-944D-0BC7DECC0B33}"/>
              </a:ext>
            </a:extLst>
          </p:cNvPr>
          <p:cNvSpPr>
            <a:spLocks xmlns:a="http://schemas.openxmlformats.org/drawingml/2006/main" noGrp="1"/>
          </p:cNvSpPr>
          <p:nvPr/>
        </p:nvSpPr>
        <p:spPr>
          <a:xfrm xmlns:a="http://schemas.openxmlformats.org/drawingml/2006/main">
            <a:off x="685800" y="2590800"/>
            <a:ext cx="514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D3048"/>
                </a:solidFill>
                <a:latin typeface="Malgun Gothic"/>
                <a:ea typeface="Malgun Gothic"/>
                <a:cs typeface="Malgun Gothic"/>
              </a:defRPr>
            </a:defPPr>
            <a:lvl1pPr algn="l">
              <a:defRPr sz="2025" b="0">
                <a:solidFill>
                  <a:srgbClr val="1D3048"/>
                </a:solidFill>
                <a:latin typeface="Malgun Gothic"/>
                <a:ea typeface="Malgun Gothic"/>
                <a:cs typeface="Malgun Gothic"/>
              </a:defRPr>
            </a:lvl1pPr>
            <a:lvl2pPr algn="l">
              <a:defRPr sz="2025" b="0">
                <a:solidFill>
                  <a:srgbClr val="1D3048"/>
                </a:solidFill>
                <a:latin typeface="Malgun Gothic"/>
                <a:ea typeface="Malgun Gothic"/>
                <a:cs typeface="Malgun Gothic"/>
              </a:defRPr>
            </a:lvl2pPr>
            <a:lvl3pPr algn="l">
              <a:defRPr sz="2025" b="0">
                <a:solidFill>
                  <a:srgbClr val="1D3048"/>
                </a:solidFill>
                <a:latin typeface="Malgun Gothic"/>
                <a:ea typeface="Malgun Gothic"/>
                <a:cs typeface="Malgun Gothic"/>
              </a:defRPr>
            </a:lvl3pPr>
            <a:lvl4pPr algn="l">
              <a:defRPr sz="2025" b="0">
                <a:solidFill>
                  <a:srgbClr val="1D3048"/>
                </a:solidFill>
                <a:latin typeface="Malgun Gothic"/>
                <a:ea typeface="Malgun Gothic"/>
                <a:cs typeface="Malgun Gothic"/>
              </a:defRPr>
            </a:lvl4pPr>
            <a:lvl5pPr algn="l">
              <a:defRPr sz="2025" b="0">
                <a:solidFill>
                  <a:srgbClr val="1D3048"/>
                </a:solidFill>
                <a:latin typeface="Malgun Gothic"/>
                <a:ea typeface="Malgun Gothic"/>
                <a:cs typeface="Malgun Gothic"/>
              </a:defRPr>
            </a:lvl5pPr>
            <a:lvl6pPr algn="l">
              <a:defRPr sz="2025" b="0">
                <a:solidFill>
                  <a:srgbClr val="1D3048"/>
                </a:solidFill>
                <a:latin typeface="Malgun Gothic"/>
                <a:ea typeface="Malgun Gothic"/>
                <a:cs typeface="Malgun Gothic"/>
              </a:defRPr>
            </a:lvl6pPr>
            <a:lvl7pPr algn="l">
              <a:defRPr sz="2025" b="0">
                <a:solidFill>
                  <a:srgbClr val="1D3048"/>
                </a:solidFill>
                <a:latin typeface="Malgun Gothic"/>
                <a:ea typeface="Malgun Gothic"/>
                <a:cs typeface="Malgun Gothic"/>
              </a:defRPr>
            </a:lvl7pPr>
            <a:lvl8pPr algn="l">
              <a:defRPr sz="2025" b="0">
                <a:solidFill>
                  <a:srgbClr val="1D3048"/>
                </a:solidFill>
                <a:latin typeface="Malgun Gothic"/>
                <a:ea typeface="Malgun Gothic"/>
                <a:cs typeface="Malgun Gothic"/>
              </a:defRPr>
            </a:lvl8pPr>
            <a:lvl9pPr algn="l">
              <a:defRPr sz="2025" b="0">
                <a:solidFill>
                  <a:srgbClr val="1D3048"/>
                </a:solidFill>
                <a:latin typeface="Malgun Gothic"/>
                <a:ea typeface="Malgun Gothic"/>
                <a:cs typeface="Malgun Gothic"/>
              </a:defRPr>
            </a:lvl9pPr>
          </a:lstStyle>
          <a:p xmlns:a="http://schemas.openxmlformats.org/drawingml/2006/main">
            <a:pPr algn="l">
              <a:defRPr sz="2025" b="0">
                <a:solidFill>
                  <a:srgbClr val="1D3048"/>
                </a:solidFill>
                <a:latin typeface="Malgun Gothic"/>
                <a:ea typeface="Malgun Gothic"/>
                <a:cs typeface="Malgun Gothic"/>
              </a:defRPr>
            </a:pPr>
            <a:r>
              <a:rPr sz="2025" b="0">
                <a:solidFill>
                  <a:srgbClr val="1D3048"/>
                </a:solidFill>
                <a:latin typeface="Malgun Gothic"/>
                <a:ea typeface="Malgun Gothic"/>
                <a:cs typeface="Malgun Gothic"/>
              </a:rPr>
              <a:t>천체 가까이를 지나가는 비행</a:t>
            </a:r>
          </a:p>
        </p:txBody>
      </p:sp>
      <p:sp>
        <p:nvSpPr>
          <p:cNvPr id="15" name="중력 도움 · Gravity Assist">
            <a:extLst xmlns:a="http://schemas.openxmlformats.org/drawingml/2006/main">
              <a:ext uri="{FF2B5EF4-FFF2-40B4-BE49-F238E27FC236}">
                <a16:creationId xmlns:a16="http://schemas.microsoft.com/office/drawing/2014/main" id="{0854363C-3480-4E9F-AEB3-EA6FDEB71649}"/>
              </a:ext>
            </a:extLst>
          </p:cNvPr>
          <p:cNvSpPr>
            <a:spLocks xmlns:a="http://schemas.openxmlformats.org/drawingml/2006/main" noGrp="1"/>
          </p:cNvSpPr>
          <p:nvPr/>
        </p:nvSpPr>
        <p:spPr>
          <a:xfrm xmlns:a="http://schemas.openxmlformats.org/drawingml/2006/main">
            <a:off x="685800" y="3533775"/>
            <a:ext cx="542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E66A3"/>
                </a:solidFill>
                <a:latin typeface="Malgun Gothic"/>
                <a:ea typeface="Malgun Gothic"/>
                <a:cs typeface="Malgun Gothic"/>
              </a:defRPr>
            </a:defPPr>
            <a:lvl1pPr algn="l">
              <a:defRPr sz="2250" b="1">
                <a:solidFill>
                  <a:srgbClr val="2E66A3"/>
                </a:solidFill>
                <a:latin typeface="Malgun Gothic"/>
                <a:ea typeface="Malgun Gothic"/>
                <a:cs typeface="Malgun Gothic"/>
              </a:defRPr>
            </a:lvl1pPr>
            <a:lvl2pPr algn="l">
              <a:defRPr sz="2250" b="1">
                <a:solidFill>
                  <a:srgbClr val="2E66A3"/>
                </a:solidFill>
                <a:latin typeface="Malgun Gothic"/>
                <a:ea typeface="Malgun Gothic"/>
                <a:cs typeface="Malgun Gothic"/>
              </a:defRPr>
            </a:lvl2pPr>
            <a:lvl3pPr algn="l">
              <a:defRPr sz="2250" b="1">
                <a:solidFill>
                  <a:srgbClr val="2E66A3"/>
                </a:solidFill>
                <a:latin typeface="Malgun Gothic"/>
                <a:ea typeface="Malgun Gothic"/>
                <a:cs typeface="Malgun Gothic"/>
              </a:defRPr>
            </a:lvl3pPr>
            <a:lvl4pPr algn="l">
              <a:defRPr sz="2250" b="1">
                <a:solidFill>
                  <a:srgbClr val="2E66A3"/>
                </a:solidFill>
                <a:latin typeface="Malgun Gothic"/>
                <a:ea typeface="Malgun Gothic"/>
                <a:cs typeface="Malgun Gothic"/>
              </a:defRPr>
            </a:lvl4pPr>
            <a:lvl5pPr algn="l">
              <a:defRPr sz="2250" b="1">
                <a:solidFill>
                  <a:srgbClr val="2E66A3"/>
                </a:solidFill>
                <a:latin typeface="Malgun Gothic"/>
                <a:ea typeface="Malgun Gothic"/>
                <a:cs typeface="Malgun Gothic"/>
              </a:defRPr>
            </a:lvl5pPr>
            <a:lvl6pPr algn="l">
              <a:defRPr sz="2250" b="1">
                <a:solidFill>
                  <a:srgbClr val="2E66A3"/>
                </a:solidFill>
                <a:latin typeface="Malgun Gothic"/>
                <a:ea typeface="Malgun Gothic"/>
                <a:cs typeface="Malgun Gothic"/>
              </a:defRPr>
            </a:lvl6pPr>
            <a:lvl7pPr algn="l">
              <a:defRPr sz="2250" b="1">
                <a:solidFill>
                  <a:srgbClr val="2E66A3"/>
                </a:solidFill>
                <a:latin typeface="Malgun Gothic"/>
                <a:ea typeface="Malgun Gothic"/>
                <a:cs typeface="Malgun Gothic"/>
              </a:defRPr>
            </a:lvl7pPr>
            <a:lvl8pPr algn="l">
              <a:defRPr sz="2250" b="1">
                <a:solidFill>
                  <a:srgbClr val="2E66A3"/>
                </a:solidFill>
                <a:latin typeface="Malgun Gothic"/>
                <a:ea typeface="Malgun Gothic"/>
                <a:cs typeface="Malgun Gothic"/>
              </a:defRPr>
            </a:lvl8pPr>
            <a:lvl9pPr algn="l">
              <a:defRPr sz="2250" b="1">
                <a:solidFill>
                  <a:srgbClr val="2E66A3"/>
                </a:solidFill>
                <a:latin typeface="Malgun Gothic"/>
                <a:ea typeface="Malgun Gothic"/>
                <a:cs typeface="Malgun Gothic"/>
              </a:defRPr>
            </a:lvl9pPr>
          </a:lstStyle>
          <a:p xmlns:a="http://schemas.openxmlformats.org/drawingml/2006/main">
            <a:pPr algn="l">
              <a:defRPr sz="2250" b="1">
                <a:solidFill>
                  <a:srgbClr val="2E66A3"/>
                </a:solidFill>
                <a:latin typeface="Malgun Gothic"/>
                <a:ea typeface="Malgun Gothic"/>
                <a:cs typeface="Malgun Gothic"/>
              </a:defRPr>
            </a:pPr>
            <a:r>
              <a:rPr sz="2250" b="1">
                <a:solidFill>
                  <a:srgbClr val="2E66A3"/>
                </a:solidFill>
                <a:latin typeface="Malgun Gothic"/>
                <a:ea typeface="Malgun Gothic"/>
                <a:cs typeface="Malgun Gothic"/>
              </a:rPr>
              <a:t>중력 도움 · Gravity Assist</a:t>
            </a:r>
          </a:p>
        </p:txBody>
      </p:sp>
      <p:sp>
        <p:nvSpPr>
          <p:cNvPr id="16" name="천체의 중력을 이용해&#10;탐사선의 궤도를 바꿈">
            <a:extLst xmlns:a="http://schemas.openxmlformats.org/drawingml/2006/main">
              <a:ext uri="{FF2B5EF4-FFF2-40B4-BE49-F238E27FC236}">
                <a16:creationId xmlns:a16="http://schemas.microsoft.com/office/drawing/2014/main" id="{5728E717-205B-494D-9116-F8E3F03516A7}"/>
              </a:ext>
            </a:extLst>
          </p:cNvPr>
          <p:cNvSpPr>
            <a:spLocks xmlns:a="http://schemas.openxmlformats.org/drawingml/2006/main" noGrp="1"/>
          </p:cNvSpPr>
          <p:nvPr/>
        </p:nvSpPr>
        <p:spPr>
          <a:xfrm xmlns:a="http://schemas.openxmlformats.org/drawingml/2006/main">
            <a:off x="685800" y="4057650"/>
            <a:ext cx="5143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D3048"/>
                </a:solidFill>
                <a:latin typeface="Malgun Gothic"/>
                <a:ea typeface="Malgun Gothic"/>
                <a:cs typeface="Malgun Gothic"/>
              </a:defRPr>
            </a:defPPr>
            <a:lvl1pPr algn="l">
              <a:defRPr sz="2025" b="0">
                <a:solidFill>
                  <a:srgbClr val="1D3048"/>
                </a:solidFill>
                <a:latin typeface="Malgun Gothic"/>
                <a:ea typeface="Malgun Gothic"/>
                <a:cs typeface="Malgun Gothic"/>
              </a:defRPr>
            </a:lvl1pPr>
            <a:lvl2pPr algn="l">
              <a:defRPr sz="2025" b="0">
                <a:solidFill>
                  <a:srgbClr val="1D3048"/>
                </a:solidFill>
                <a:latin typeface="Malgun Gothic"/>
                <a:ea typeface="Malgun Gothic"/>
                <a:cs typeface="Malgun Gothic"/>
              </a:defRPr>
            </a:lvl2pPr>
            <a:lvl3pPr algn="l">
              <a:defRPr sz="2025" b="0">
                <a:solidFill>
                  <a:srgbClr val="1D3048"/>
                </a:solidFill>
                <a:latin typeface="Malgun Gothic"/>
                <a:ea typeface="Malgun Gothic"/>
                <a:cs typeface="Malgun Gothic"/>
              </a:defRPr>
            </a:lvl3pPr>
            <a:lvl4pPr algn="l">
              <a:defRPr sz="2025" b="0">
                <a:solidFill>
                  <a:srgbClr val="1D3048"/>
                </a:solidFill>
                <a:latin typeface="Malgun Gothic"/>
                <a:ea typeface="Malgun Gothic"/>
                <a:cs typeface="Malgun Gothic"/>
              </a:defRPr>
            </a:lvl4pPr>
            <a:lvl5pPr algn="l">
              <a:defRPr sz="2025" b="0">
                <a:solidFill>
                  <a:srgbClr val="1D3048"/>
                </a:solidFill>
                <a:latin typeface="Malgun Gothic"/>
                <a:ea typeface="Malgun Gothic"/>
                <a:cs typeface="Malgun Gothic"/>
              </a:defRPr>
            </a:lvl5pPr>
            <a:lvl6pPr algn="l">
              <a:defRPr sz="2025" b="0">
                <a:solidFill>
                  <a:srgbClr val="1D3048"/>
                </a:solidFill>
                <a:latin typeface="Malgun Gothic"/>
                <a:ea typeface="Malgun Gothic"/>
                <a:cs typeface="Malgun Gothic"/>
              </a:defRPr>
            </a:lvl6pPr>
            <a:lvl7pPr algn="l">
              <a:defRPr sz="2025" b="0">
                <a:solidFill>
                  <a:srgbClr val="1D3048"/>
                </a:solidFill>
                <a:latin typeface="Malgun Gothic"/>
                <a:ea typeface="Malgun Gothic"/>
                <a:cs typeface="Malgun Gothic"/>
              </a:defRPr>
            </a:lvl7pPr>
            <a:lvl8pPr algn="l">
              <a:defRPr sz="2025" b="0">
                <a:solidFill>
                  <a:srgbClr val="1D3048"/>
                </a:solidFill>
                <a:latin typeface="Malgun Gothic"/>
                <a:ea typeface="Malgun Gothic"/>
                <a:cs typeface="Malgun Gothic"/>
              </a:defRPr>
            </a:lvl8pPr>
            <a:lvl9pPr algn="l">
              <a:defRPr sz="2025" b="0">
                <a:solidFill>
                  <a:srgbClr val="1D3048"/>
                </a:solidFill>
                <a:latin typeface="Malgun Gothic"/>
                <a:ea typeface="Malgun Gothic"/>
                <a:cs typeface="Malgun Gothic"/>
              </a:defRPr>
            </a:lvl9pPr>
          </a:lstStyle>
          <a:p xmlns:a="http://schemas.openxmlformats.org/drawingml/2006/main">
            <a:pPr algn="l">
              <a:defRPr sz="2025" b="0">
                <a:solidFill>
                  <a:srgbClr val="1D3048"/>
                </a:solidFill>
                <a:latin typeface="Malgun Gothic"/>
                <a:ea typeface="Malgun Gothic"/>
                <a:cs typeface="Malgun Gothic"/>
              </a:defRPr>
            </a:pPr>
            <a:r>
              <a:rPr sz="2025" b="0">
                <a:solidFill>
                  <a:srgbClr val="1D3048"/>
                </a:solidFill>
                <a:latin typeface="Malgun Gothic"/>
                <a:ea typeface="Malgun Gothic"/>
                <a:cs typeface="Malgun Gothic"/>
              </a:rPr>
              <a:t>천체의 중력을 이용해</a:t>
            </a:r>
          </a:p>
          <a:p xmlns:a="http://schemas.openxmlformats.org/drawingml/2006/main">
            <a:pPr algn="l">
              <a:defRPr sz="2025" b="0">
                <a:solidFill>
                  <a:srgbClr val="1D3048"/>
                </a:solidFill>
                <a:latin typeface="Malgun Gothic"/>
                <a:ea typeface="Malgun Gothic"/>
                <a:cs typeface="Malgun Gothic"/>
              </a:defRPr>
            </a:pPr>
            <a:r>
              <a:rPr sz="2025" b="0">
                <a:solidFill>
                  <a:srgbClr val="1D3048"/>
                </a:solidFill>
                <a:latin typeface="Malgun Gothic"/>
                <a:ea typeface="Malgun Gothic"/>
                <a:cs typeface="Malgun Gothic"/>
              </a:rPr>
              <a:t>탐사선의 궤도를 바꿈</a:t>
            </a:r>
          </a:p>
        </p:txBody>
      </p:sp>
      <p:pic>
        <p:nvPicPr>
          <p:cNvPr id="17" name="">
            <a:extLst xmlns:a="http://schemas.openxmlformats.org/drawingml/2006/main">
              <a:ext uri="{FF2B5EF4-FFF2-40B4-BE49-F238E27FC236}">
                <a16:creationId xmlns:a16="http://schemas.microsoft.com/office/drawing/2014/main" id="{E39ECFFA-17A0-43B5-B2F5-B1E33B161CBC}"/>
              </a:ext>
            </a:extLst>
          </p:cNvPr>
          <p:cNvPicPr>
            <a:picLocks xmlns:a="http://schemas.openxmlformats.org/drawingml/2006/main" noChangeAspect="1"/>
          </p:cNvPicPr>
          <p:nvPr/>
        </p:nvPicPr>
        <p:blipFill>
          <a:blip xmlns:r="http://schemas.openxmlformats.org/officeDocument/2006/relationships" xmlns:a="http://schemas.openxmlformats.org/drawingml/2006/main" r:embed="R87fb165f4f484e69"/>
          <a:stretch xmlns:a="http://schemas.openxmlformats.org/drawingml/2006/main"/>
        </p:blipFill>
        <p:spPr>
          <a:xfrm xmlns:a="http://schemas.openxmlformats.org/drawingml/2006/main">
            <a:off x="6257925" y="2076748"/>
            <a:ext cx="5248275" cy="2952155"/>
          </a:xfrm>
          <a:prstGeom xmlns:a="http://schemas.openxmlformats.org/drawingml/2006/main" prst="rect">
            <a:avLst/>
          </a:prstGeom>
        </p:spPr>
      </p:pic>
      <p:sp>
        <p:nvSpPr>
          <p:cNvPr id="18" name="행성 근접 통과 상상도 · ESA">
            <a:extLst xmlns:a="http://schemas.openxmlformats.org/drawingml/2006/main">
              <a:ext uri="{FF2B5EF4-FFF2-40B4-BE49-F238E27FC236}">
                <a16:creationId xmlns:a16="http://schemas.microsoft.com/office/drawing/2014/main" id="{9C3219D7-D74C-4A49-BE2A-7440BAA00281}"/>
              </a:ext>
            </a:extLst>
          </p:cNvPr>
          <p:cNvSpPr>
            <a:spLocks xmlns:a="http://schemas.openxmlformats.org/drawingml/2006/main" noGrp="1"/>
          </p:cNvSpPr>
          <p:nvPr/>
        </p:nvSpPr>
        <p:spPr>
          <a:xfrm xmlns:a="http://schemas.openxmlformats.org/drawingml/2006/main">
            <a:off x="6257925" y="5124450"/>
            <a:ext cx="5248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758A"/>
                </a:solidFill>
                <a:latin typeface="Malgun Gothic"/>
                <a:ea typeface="Malgun Gothic"/>
                <a:cs typeface="Malgun Gothic"/>
              </a:defRPr>
            </a:defPPr>
            <a:lvl1pPr algn="l">
              <a:defRPr sz="1050" b="0">
                <a:solidFill>
                  <a:srgbClr val="66758A"/>
                </a:solidFill>
                <a:latin typeface="Malgun Gothic"/>
                <a:ea typeface="Malgun Gothic"/>
                <a:cs typeface="Malgun Gothic"/>
              </a:defRPr>
            </a:lvl1pPr>
            <a:lvl2pPr algn="l">
              <a:defRPr sz="1050" b="0">
                <a:solidFill>
                  <a:srgbClr val="66758A"/>
                </a:solidFill>
                <a:latin typeface="Malgun Gothic"/>
                <a:ea typeface="Malgun Gothic"/>
                <a:cs typeface="Malgun Gothic"/>
              </a:defRPr>
            </a:lvl2pPr>
            <a:lvl3pPr algn="l">
              <a:defRPr sz="1050" b="0">
                <a:solidFill>
                  <a:srgbClr val="66758A"/>
                </a:solidFill>
                <a:latin typeface="Malgun Gothic"/>
                <a:ea typeface="Malgun Gothic"/>
                <a:cs typeface="Malgun Gothic"/>
              </a:defRPr>
            </a:lvl3pPr>
            <a:lvl4pPr algn="l">
              <a:defRPr sz="1050" b="0">
                <a:solidFill>
                  <a:srgbClr val="66758A"/>
                </a:solidFill>
                <a:latin typeface="Malgun Gothic"/>
                <a:ea typeface="Malgun Gothic"/>
                <a:cs typeface="Malgun Gothic"/>
              </a:defRPr>
            </a:lvl4pPr>
            <a:lvl5pPr algn="l">
              <a:defRPr sz="1050" b="0">
                <a:solidFill>
                  <a:srgbClr val="66758A"/>
                </a:solidFill>
                <a:latin typeface="Malgun Gothic"/>
                <a:ea typeface="Malgun Gothic"/>
                <a:cs typeface="Malgun Gothic"/>
              </a:defRPr>
            </a:lvl5pPr>
            <a:lvl6pPr algn="l">
              <a:defRPr sz="1050" b="0">
                <a:solidFill>
                  <a:srgbClr val="66758A"/>
                </a:solidFill>
                <a:latin typeface="Malgun Gothic"/>
                <a:ea typeface="Malgun Gothic"/>
                <a:cs typeface="Malgun Gothic"/>
              </a:defRPr>
            </a:lvl6pPr>
            <a:lvl7pPr algn="l">
              <a:defRPr sz="1050" b="0">
                <a:solidFill>
                  <a:srgbClr val="66758A"/>
                </a:solidFill>
                <a:latin typeface="Malgun Gothic"/>
                <a:ea typeface="Malgun Gothic"/>
                <a:cs typeface="Malgun Gothic"/>
              </a:defRPr>
            </a:lvl7pPr>
            <a:lvl8pPr algn="l">
              <a:defRPr sz="1050" b="0">
                <a:solidFill>
                  <a:srgbClr val="66758A"/>
                </a:solidFill>
                <a:latin typeface="Malgun Gothic"/>
                <a:ea typeface="Malgun Gothic"/>
                <a:cs typeface="Malgun Gothic"/>
              </a:defRPr>
            </a:lvl8pPr>
            <a:lvl9pPr algn="l">
              <a:defRPr sz="1050" b="0">
                <a:solidFill>
                  <a:srgbClr val="66758A"/>
                </a:solidFill>
                <a:latin typeface="Malgun Gothic"/>
                <a:ea typeface="Malgun Gothic"/>
                <a:cs typeface="Malgun Gothic"/>
              </a:defRPr>
            </a:lvl9pPr>
          </a:lstStyle>
          <a:p xmlns:a="http://schemas.openxmlformats.org/drawingml/2006/main">
            <a:pPr algn="l">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행성 근접 통과 상상도 · ESA</a:t>
            </a:r>
          </a:p>
        </p:txBody>
      </p:sp>
      <p:sp>
        <p:nvSpPr>
          <p:cNvPr id="19" name="가속 · 감속 · 방향 전환">
            <a:extLst xmlns:a="http://schemas.openxmlformats.org/drawingml/2006/main">
              <a:ext uri="{FF2B5EF4-FFF2-40B4-BE49-F238E27FC236}">
                <a16:creationId xmlns:a16="http://schemas.microsoft.com/office/drawing/2014/main" id="{D617E08C-5F1C-4013-B9C3-353E163909CE}"/>
              </a:ext>
            </a:extLst>
          </p:cNvPr>
          <p:cNvSpPr>
            <a:spLocks xmlns:a="http://schemas.openxmlformats.org/drawingml/2006/main" noGrp="1"/>
          </p:cNvSpPr>
          <p:nvPr/>
        </p:nvSpPr>
        <p:spPr>
          <a:xfrm xmlns:a="http://schemas.openxmlformats.org/drawingml/2006/main">
            <a:off x="685800" y="565785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283F"/>
                </a:solidFill>
                <a:latin typeface="Malgun Gothic"/>
                <a:ea typeface="Malgun Gothic"/>
                <a:cs typeface="Malgun Gothic"/>
              </a:defRPr>
            </a:defPPr>
            <a:lvl1pPr algn="l">
              <a:defRPr sz="2700" b="1">
                <a:solidFill>
                  <a:srgbClr val="15283F"/>
                </a:solidFill>
                <a:latin typeface="Malgun Gothic"/>
                <a:ea typeface="Malgun Gothic"/>
                <a:cs typeface="Malgun Gothic"/>
              </a:defRPr>
            </a:lvl1pPr>
            <a:lvl2pPr algn="l">
              <a:defRPr sz="2700" b="1">
                <a:solidFill>
                  <a:srgbClr val="15283F"/>
                </a:solidFill>
                <a:latin typeface="Malgun Gothic"/>
                <a:ea typeface="Malgun Gothic"/>
                <a:cs typeface="Malgun Gothic"/>
              </a:defRPr>
            </a:lvl2pPr>
            <a:lvl3pPr algn="l">
              <a:defRPr sz="2700" b="1">
                <a:solidFill>
                  <a:srgbClr val="15283F"/>
                </a:solidFill>
                <a:latin typeface="Malgun Gothic"/>
                <a:ea typeface="Malgun Gothic"/>
                <a:cs typeface="Malgun Gothic"/>
              </a:defRPr>
            </a:lvl3pPr>
            <a:lvl4pPr algn="l">
              <a:defRPr sz="2700" b="1">
                <a:solidFill>
                  <a:srgbClr val="15283F"/>
                </a:solidFill>
                <a:latin typeface="Malgun Gothic"/>
                <a:ea typeface="Malgun Gothic"/>
                <a:cs typeface="Malgun Gothic"/>
              </a:defRPr>
            </a:lvl4pPr>
            <a:lvl5pPr algn="l">
              <a:defRPr sz="2700" b="1">
                <a:solidFill>
                  <a:srgbClr val="15283F"/>
                </a:solidFill>
                <a:latin typeface="Malgun Gothic"/>
                <a:ea typeface="Malgun Gothic"/>
                <a:cs typeface="Malgun Gothic"/>
              </a:defRPr>
            </a:lvl5pPr>
            <a:lvl6pPr algn="l">
              <a:defRPr sz="2700" b="1">
                <a:solidFill>
                  <a:srgbClr val="15283F"/>
                </a:solidFill>
                <a:latin typeface="Malgun Gothic"/>
                <a:ea typeface="Malgun Gothic"/>
                <a:cs typeface="Malgun Gothic"/>
              </a:defRPr>
            </a:lvl6pPr>
            <a:lvl7pPr algn="l">
              <a:defRPr sz="2700" b="1">
                <a:solidFill>
                  <a:srgbClr val="15283F"/>
                </a:solidFill>
                <a:latin typeface="Malgun Gothic"/>
                <a:ea typeface="Malgun Gothic"/>
                <a:cs typeface="Malgun Gothic"/>
              </a:defRPr>
            </a:lvl7pPr>
            <a:lvl8pPr algn="l">
              <a:defRPr sz="2700" b="1">
                <a:solidFill>
                  <a:srgbClr val="15283F"/>
                </a:solidFill>
                <a:latin typeface="Malgun Gothic"/>
                <a:ea typeface="Malgun Gothic"/>
                <a:cs typeface="Malgun Gothic"/>
              </a:defRPr>
            </a:lvl8pPr>
            <a:lvl9pPr algn="l">
              <a:defRPr sz="2700" b="1">
                <a:solidFill>
                  <a:srgbClr val="15283F"/>
                </a:solidFill>
                <a:latin typeface="Malgun Gothic"/>
                <a:ea typeface="Malgun Gothic"/>
                <a:cs typeface="Malgun Gothic"/>
              </a:defRPr>
            </a:lvl9pPr>
          </a:lstStyle>
          <a:p xmlns:a="http://schemas.openxmlformats.org/drawingml/2006/main">
            <a:pPr algn="l">
              <a:defRPr sz="2700" b="1">
                <a:solidFill>
                  <a:srgbClr val="15283F"/>
                </a:solidFill>
                <a:latin typeface="Malgun Gothic"/>
                <a:ea typeface="Malgun Gothic"/>
                <a:cs typeface="Malgun Gothic"/>
              </a:defRPr>
            </a:pPr>
            <a:r>
              <a:rPr sz="2700" b="1">
                <a:solidFill>
                  <a:srgbClr val="15283F"/>
                </a:solidFill>
                <a:latin typeface="Malgun Gothic"/>
                <a:ea typeface="Malgun Gothic"/>
                <a:cs typeface="Malgun Gothic"/>
              </a:rPr>
              <a:t>가속 · 감속 · 방향 전환</a:t>
            </a:r>
          </a:p>
        </p:txBody>
      </p:sp>
    </p:spTree>
    <p:extLst>
      <p:ext uri="{BB962C8B-B14F-4D97-AF65-F5344CB8AC3E}">
        <p14:creationId xmlns:p14="http://schemas.microsoft.com/office/powerpoint/2010/main" val="13488495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04 · 원리">
            <a:extLst xmlns:a="http://schemas.openxmlformats.org/drawingml/2006/main">
              <a:ext uri="{FF2B5EF4-FFF2-40B4-BE49-F238E27FC236}">
                <a16:creationId xmlns:a16="http://schemas.microsoft.com/office/drawing/2014/main" id="{7A3D41A0-CA3C-4C39-938E-FD7E0C69F49D}"/>
              </a:ext>
            </a:extLst>
          </p:cNvPr>
          <p:cNvSpPr>
            <a:spLocks xmlns:a="http://schemas.openxmlformats.org/drawingml/2006/main" noGrp="1"/>
          </p:cNvSpPr>
          <p:nvPr/>
        </p:nvSpPr>
        <p:spPr>
          <a:xfrm xmlns:a="http://schemas.openxmlformats.org/drawingml/2006/main">
            <a:off x="685800" y="4000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E66A3"/>
                </a:solidFill>
                <a:latin typeface="Malgun Gothic"/>
                <a:ea typeface="Malgun Gothic"/>
                <a:cs typeface="Malgun Gothic"/>
              </a:defRPr>
            </a:defPPr>
            <a:lvl1pPr algn="l">
              <a:buNone/>
              <a:defRPr sz="1200" b="1">
                <a:solidFill>
                  <a:srgbClr val="2E66A3"/>
                </a:solidFill>
                <a:latin typeface="Malgun Gothic"/>
                <a:ea typeface="Malgun Gothic"/>
                <a:cs typeface="Malgun Gothic"/>
              </a:defRPr>
            </a:lvl1pPr>
            <a:lvl2pPr algn="l">
              <a:buNone/>
              <a:defRPr sz="1200" b="1">
                <a:solidFill>
                  <a:srgbClr val="2E66A3"/>
                </a:solidFill>
                <a:latin typeface="Malgun Gothic"/>
                <a:ea typeface="Malgun Gothic"/>
                <a:cs typeface="Malgun Gothic"/>
              </a:defRPr>
            </a:lvl2pPr>
            <a:lvl3pPr algn="l">
              <a:buNone/>
              <a:defRPr sz="1200" b="1">
                <a:solidFill>
                  <a:srgbClr val="2E66A3"/>
                </a:solidFill>
                <a:latin typeface="Malgun Gothic"/>
                <a:ea typeface="Malgun Gothic"/>
                <a:cs typeface="Malgun Gothic"/>
              </a:defRPr>
            </a:lvl3pPr>
            <a:lvl4pPr algn="l">
              <a:buNone/>
              <a:defRPr sz="1200" b="1">
                <a:solidFill>
                  <a:srgbClr val="2E66A3"/>
                </a:solidFill>
                <a:latin typeface="Malgun Gothic"/>
                <a:ea typeface="Malgun Gothic"/>
                <a:cs typeface="Malgun Gothic"/>
              </a:defRPr>
            </a:lvl4pPr>
            <a:lvl5pPr algn="l">
              <a:buNone/>
              <a:defRPr sz="1200" b="1">
                <a:solidFill>
                  <a:srgbClr val="2E66A3"/>
                </a:solidFill>
                <a:latin typeface="Malgun Gothic"/>
                <a:ea typeface="Malgun Gothic"/>
                <a:cs typeface="Malgun Gothic"/>
              </a:defRPr>
            </a:lvl5pPr>
            <a:lvl6pPr algn="l">
              <a:buNone/>
              <a:defRPr sz="1200" b="1">
                <a:solidFill>
                  <a:srgbClr val="2E66A3"/>
                </a:solidFill>
                <a:latin typeface="Malgun Gothic"/>
                <a:ea typeface="Malgun Gothic"/>
                <a:cs typeface="Malgun Gothic"/>
              </a:defRPr>
            </a:lvl6pPr>
            <a:lvl7pPr algn="l">
              <a:buNone/>
              <a:defRPr sz="1200" b="1">
                <a:solidFill>
                  <a:srgbClr val="2E66A3"/>
                </a:solidFill>
                <a:latin typeface="Malgun Gothic"/>
                <a:ea typeface="Malgun Gothic"/>
                <a:cs typeface="Malgun Gothic"/>
              </a:defRPr>
            </a:lvl7pPr>
            <a:lvl8pPr algn="l">
              <a:buNone/>
              <a:defRPr sz="1200" b="1">
                <a:solidFill>
                  <a:srgbClr val="2E66A3"/>
                </a:solidFill>
                <a:latin typeface="Malgun Gothic"/>
                <a:ea typeface="Malgun Gothic"/>
                <a:cs typeface="Malgun Gothic"/>
              </a:defRPr>
            </a:lvl8pPr>
            <a:lvl9pPr algn="l">
              <a:buNone/>
              <a:defRPr sz="1200" b="1">
                <a:solidFill>
                  <a:srgbClr val="2E66A3"/>
                </a:solidFill>
                <a:latin typeface="Malgun Gothic"/>
                <a:ea typeface="Malgun Gothic"/>
                <a:cs typeface="Malgun Gothic"/>
              </a:defRPr>
            </a:lvl9pPr>
          </a:lstStyle>
          <a:p xmlns:a="http://schemas.openxmlformats.org/drawingml/2006/main">
            <a:pPr algn="l">
              <a:buNone/>
              <a:defRPr sz="1200" b="1">
                <a:solidFill>
                  <a:srgbClr val="2E66A3"/>
                </a:solidFill>
                <a:latin typeface="Malgun Gothic"/>
                <a:ea typeface="Malgun Gothic"/>
                <a:cs typeface="Malgun Gothic"/>
              </a:defRPr>
            </a:pPr>
            <a:r>
              <a:rPr sz="1200" b="1">
                <a:solidFill>
                  <a:srgbClr val="2E66A3"/>
                </a:solidFill>
                <a:latin typeface="Malgun Gothic"/>
                <a:ea typeface="Malgun Gothic"/>
                <a:cs typeface="Malgun Gothic"/>
              </a:rPr>
              <a:t>04 · 원리</a:t>
            </a:r>
          </a:p>
        </p:txBody>
      </p:sp>
      <p:sp>
        <p:nvSpPr>
          <p:cNvPr id="2" name="slide-title">
            <a:extLst xmlns:a="http://schemas.openxmlformats.org/drawingml/2006/main">
              <a:ext uri="{FF2B5EF4-FFF2-40B4-BE49-F238E27FC236}">
                <a16:creationId xmlns:a16="http://schemas.microsoft.com/office/drawing/2014/main" id="{D32C2C52-C0D0-4C2A-BC35-A1BC843FE242}"/>
              </a:ext>
            </a:extLst>
          </p:cNvPr>
          <p:cNvSpPr>
            <a:spLocks xmlns:a="http://schemas.openxmlformats.org/drawingml/2006/main" noGrp="1"/>
          </p:cNvSpPr>
          <p:nvPr/>
        </p:nvSpPr>
        <p:spPr>
          <a:xfrm xmlns:a="http://schemas.openxmlformats.org/drawingml/2006/main">
            <a:off x="685800" y="8667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83F"/>
                </a:solidFill>
                <a:latin typeface="Malgun Gothic"/>
                <a:ea typeface="Malgun Gothic"/>
                <a:cs typeface="Malgun Gothic"/>
              </a:defRPr>
            </a:defPPr>
            <a:lvl1pPr algn="l">
              <a:buNone/>
              <a:defRPr sz="3300" b="1">
                <a:solidFill>
                  <a:srgbClr val="15283F"/>
                </a:solidFill>
                <a:latin typeface="Malgun Gothic"/>
                <a:ea typeface="Malgun Gothic"/>
                <a:cs typeface="Malgun Gothic"/>
              </a:defRPr>
            </a:lvl1pPr>
            <a:lvl2pPr algn="l">
              <a:buNone/>
              <a:defRPr sz="3300" b="1">
                <a:solidFill>
                  <a:srgbClr val="15283F"/>
                </a:solidFill>
                <a:latin typeface="Malgun Gothic"/>
                <a:ea typeface="Malgun Gothic"/>
                <a:cs typeface="Malgun Gothic"/>
              </a:defRPr>
            </a:lvl2pPr>
            <a:lvl3pPr algn="l">
              <a:buNone/>
              <a:defRPr sz="3300" b="1">
                <a:solidFill>
                  <a:srgbClr val="15283F"/>
                </a:solidFill>
                <a:latin typeface="Malgun Gothic"/>
                <a:ea typeface="Malgun Gothic"/>
                <a:cs typeface="Malgun Gothic"/>
              </a:defRPr>
            </a:lvl3pPr>
            <a:lvl4pPr algn="l">
              <a:buNone/>
              <a:defRPr sz="3300" b="1">
                <a:solidFill>
                  <a:srgbClr val="15283F"/>
                </a:solidFill>
                <a:latin typeface="Malgun Gothic"/>
                <a:ea typeface="Malgun Gothic"/>
                <a:cs typeface="Malgun Gothic"/>
              </a:defRPr>
            </a:lvl4pPr>
            <a:lvl5pPr algn="l">
              <a:buNone/>
              <a:defRPr sz="3300" b="1">
                <a:solidFill>
                  <a:srgbClr val="15283F"/>
                </a:solidFill>
                <a:latin typeface="Malgun Gothic"/>
                <a:ea typeface="Malgun Gothic"/>
                <a:cs typeface="Malgun Gothic"/>
              </a:defRPr>
            </a:lvl5pPr>
            <a:lvl6pPr algn="l">
              <a:buNone/>
              <a:defRPr sz="3300" b="1">
                <a:solidFill>
                  <a:srgbClr val="15283F"/>
                </a:solidFill>
                <a:latin typeface="Malgun Gothic"/>
                <a:ea typeface="Malgun Gothic"/>
                <a:cs typeface="Malgun Gothic"/>
              </a:defRPr>
            </a:lvl6pPr>
            <a:lvl7pPr algn="l">
              <a:buNone/>
              <a:defRPr sz="3300" b="1">
                <a:solidFill>
                  <a:srgbClr val="15283F"/>
                </a:solidFill>
                <a:latin typeface="Malgun Gothic"/>
                <a:ea typeface="Malgun Gothic"/>
                <a:cs typeface="Malgun Gothic"/>
              </a:defRPr>
            </a:lvl7pPr>
            <a:lvl8pPr algn="l">
              <a:buNone/>
              <a:defRPr sz="3300" b="1">
                <a:solidFill>
                  <a:srgbClr val="15283F"/>
                </a:solidFill>
                <a:latin typeface="Malgun Gothic"/>
                <a:ea typeface="Malgun Gothic"/>
                <a:cs typeface="Malgun Gothic"/>
              </a:defRPr>
            </a:lvl8pPr>
            <a:lvl9pPr algn="l">
              <a:buNone/>
              <a:defRPr sz="3300" b="1">
                <a:solidFill>
                  <a:srgbClr val="15283F"/>
                </a:solidFill>
                <a:latin typeface="Malgun Gothic"/>
                <a:ea typeface="Malgun Gothic"/>
                <a:cs typeface="Malgun Gothic"/>
              </a:defRPr>
            </a:lvl9pPr>
          </a:lstStyle>
          <a:p xmlns:a="http://schemas.openxmlformats.org/drawingml/2006/main">
            <a:pPr algn="l">
              <a:buNone/>
              <a:defRPr sz="3300" b="1">
                <a:solidFill>
                  <a:srgbClr val="15283F"/>
                </a:solidFill>
                <a:latin typeface="Malgun Gothic"/>
                <a:ea typeface="Malgun Gothic"/>
                <a:cs typeface="Malgun Gothic"/>
              </a:defRPr>
            </a:pPr>
            <a:r>
              <a:rPr sz="3300" b="1">
                <a:solidFill>
                  <a:srgbClr val="15283F"/>
                </a:solidFill>
                <a:latin typeface="Malgun Gothic"/>
                <a:ea typeface="Malgun Gothic"/>
                <a:cs typeface="Malgun Gothic"/>
              </a:rPr>
              <a:t>왜 통과한 뒤에 빨라질까?</a:t>
            </a:r>
          </a:p>
        </p:txBody>
      </p:sp>
      <p:sp>
        <p:nvSpPr>
          <p:cNvPr id="3" name="FLYBY · 중력 도움">
            <a:extLst xmlns:a="http://schemas.openxmlformats.org/drawingml/2006/main">
              <a:ext uri="{FF2B5EF4-FFF2-40B4-BE49-F238E27FC236}">
                <a16:creationId xmlns:a16="http://schemas.microsoft.com/office/drawing/2014/main" id="{181325C6-EC02-4632-804E-B794566EA9AC}"/>
              </a:ext>
            </a:extLst>
          </p:cNvPr>
          <p:cNvSpPr>
            <a:spLocks xmlns:a="http://schemas.openxmlformats.org/drawingml/2006/main" noGrp="1"/>
          </p:cNvSpPr>
          <p:nvPr/>
        </p:nvSpPr>
        <p:spPr>
          <a:xfrm xmlns:a="http://schemas.openxmlformats.org/drawingml/2006/main">
            <a:off x="685800" y="64293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758A"/>
                </a:solidFill>
                <a:latin typeface="Malgun Gothic"/>
                <a:ea typeface="Malgun Gothic"/>
                <a:cs typeface="Malgun Gothic"/>
              </a:defRPr>
            </a:defPPr>
            <a:lvl1pPr algn="l">
              <a:buNone/>
              <a:defRPr sz="1050" b="0">
                <a:solidFill>
                  <a:srgbClr val="66758A"/>
                </a:solidFill>
                <a:latin typeface="Malgun Gothic"/>
                <a:ea typeface="Malgun Gothic"/>
                <a:cs typeface="Malgun Gothic"/>
              </a:defRPr>
            </a:lvl1pPr>
            <a:lvl2pPr algn="l">
              <a:buNone/>
              <a:defRPr sz="1050" b="0">
                <a:solidFill>
                  <a:srgbClr val="66758A"/>
                </a:solidFill>
                <a:latin typeface="Malgun Gothic"/>
                <a:ea typeface="Malgun Gothic"/>
                <a:cs typeface="Malgun Gothic"/>
              </a:defRPr>
            </a:lvl2pPr>
            <a:lvl3pPr algn="l">
              <a:buNone/>
              <a:defRPr sz="1050" b="0">
                <a:solidFill>
                  <a:srgbClr val="66758A"/>
                </a:solidFill>
                <a:latin typeface="Malgun Gothic"/>
                <a:ea typeface="Malgun Gothic"/>
                <a:cs typeface="Malgun Gothic"/>
              </a:defRPr>
            </a:lvl3pPr>
            <a:lvl4pPr algn="l">
              <a:buNone/>
              <a:defRPr sz="1050" b="0">
                <a:solidFill>
                  <a:srgbClr val="66758A"/>
                </a:solidFill>
                <a:latin typeface="Malgun Gothic"/>
                <a:ea typeface="Malgun Gothic"/>
                <a:cs typeface="Malgun Gothic"/>
              </a:defRPr>
            </a:lvl4pPr>
            <a:lvl5pPr algn="l">
              <a:buNone/>
              <a:defRPr sz="1050" b="0">
                <a:solidFill>
                  <a:srgbClr val="66758A"/>
                </a:solidFill>
                <a:latin typeface="Malgun Gothic"/>
                <a:ea typeface="Malgun Gothic"/>
                <a:cs typeface="Malgun Gothic"/>
              </a:defRPr>
            </a:lvl5pPr>
            <a:lvl6pPr algn="l">
              <a:buNone/>
              <a:defRPr sz="1050" b="0">
                <a:solidFill>
                  <a:srgbClr val="66758A"/>
                </a:solidFill>
                <a:latin typeface="Malgun Gothic"/>
                <a:ea typeface="Malgun Gothic"/>
                <a:cs typeface="Malgun Gothic"/>
              </a:defRPr>
            </a:lvl6pPr>
            <a:lvl7pPr algn="l">
              <a:buNone/>
              <a:defRPr sz="1050" b="0">
                <a:solidFill>
                  <a:srgbClr val="66758A"/>
                </a:solidFill>
                <a:latin typeface="Malgun Gothic"/>
                <a:ea typeface="Malgun Gothic"/>
                <a:cs typeface="Malgun Gothic"/>
              </a:defRPr>
            </a:lvl7pPr>
            <a:lvl8pPr algn="l">
              <a:buNone/>
              <a:defRPr sz="1050" b="0">
                <a:solidFill>
                  <a:srgbClr val="66758A"/>
                </a:solidFill>
                <a:latin typeface="Malgun Gothic"/>
                <a:ea typeface="Malgun Gothic"/>
                <a:cs typeface="Malgun Gothic"/>
              </a:defRPr>
            </a:lvl8pPr>
            <a:lvl9pPr algn="l">
              <a:buNone/>
              <a:defRPr sz="1050" b="0">
                <a:solidFill>
                  <a:srgbClr val="66758A"/>
                </a:solidFill>
                <a:latin typeface="Malgun Gothic"/>
                <a:ea typeface="Malgun Gothic"/>
                <a:cs typeface="Malgun Gothic"/>
              </a:defRPr>
            </a:lvl9pPr>
          </a:lstStyle>
          <a:p xmlns:a="http://schemas.openxmlformats.org/drawingml/2006/main">
            <a:pPr algn="l">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FLYBY · 중력 도움</a:t>
            </a:r>
          </a:p>
        </p:txBody>
      </p:sp>
      <p:sp>
        <p:nvSpPr>
          <p:cNvPr id="4" name="09 / 18">
            <a:extLst xmlns:a="http://schemas.openxmlformats.org/drawingml/2006/main">
              <a:ext uri="{FF2B5EF4-FFF2-40B4-BE49-F238E27FC236}">
                <a16:creationId xmlns:a16="http://schemas.microsoft.com/office/drawing/2014/main" id="{9AB7E824-5796-4716-9932-528AD9AD4632}"/>
              </a:ext>
            </a:extLst>
          </p:cNvPr>
          <p:cNvSpPr>
            <a:spLocks xmlns:a="http://schemas.openxmlformats.org/drawingml/2006/main" noGrp="1"/>
          </p:cNvSpPr>
          <p:nvPr/>
        </p:nvSpPr>
        <p:spPr>
          <a:xfrm xmlns:a="http://schemas.openxmlformats.org/drawingml/2006/main">
            <a:off x="10477500" y="6429375"/>
            <a:ext cx="1028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6758A"/>
                </a:solidFill>
                <a:latin typeface="Malgun Gothic"/>
                <a:ea typeface="Malgun Gothic"/>
                <a:cs typeface="Malgun Gothic"/>
              </a:defRPr>
            </a:defPPr>
            <a:lvl1pPr algn="r">
              <a:buNone/>
              <a:defRPr sz="1050" b="0">
                <a:solidFill>
                  <a:srgbClr val="66758A"/>
                </a:solidFill>
                <a:latin typeface="Malgun Gothic"/>
                <a:ea typeface="Malgun Gothic"/>
                <a:cs typeface="Malgun Gothic"/>
              </a:defRPr>
            </a:lvl1pPr>
            <a:lvl2pPr algn="r">
              <a:buNone/>
              <a:defRPr sz="1050" b="0">
                <a:solidFill>
                  <a:srgbClr val="66758A"/>
                </a:solidFill>
                <a:latin typeface="Malgun Gothic"/>
                <a:ea typeface="Malgun Gothic"/>
                <a:cs typeface="Malgun Gothic"/>
              </a:defRPr>
            </a:lvl2pPr>
            <a:lvl3pPr algn="r">
              <a:buNone/>
              <a:defRPr sz="1050" b="0">
                <a:solidFill>
                  <a:srgbClr val="66758A"/>
                </a:solidFill>
                <a:latin typeface="Malgun Gothic"/>
                <a:ea typeface="Malgun Gothic"/>
                <a:cs typeface="Malgun Gothic"/>
              </a:defRPr>
            </a:lvl3pPr>
            <a:lvl4pPr algn="r">
              <a:buNone/>
              <a:defRPr sz="1050" b="0">
                <a:solidFill>
                  <a:srgbClr val="66758A"/>
                </a:solidFill>
                <a:latin typeface="Malgun Gothic"/>
                <a:ea typeface="Malgun Gothic"/>
                <a:cs typeface="Malgun Gothic"/>
              </a:defRPr>
            </a:lvl4pPr>
            <a:lvl5pPr algn="r">
              <a:buNone/>
              <a:defRPr sz="1050" b="0">
                <a:solidFill>
                  <a:srgbClr val="66758A"/>
                </a:solidFill>
                <a:latin typeface="Malgun Gothic"/>
                <a:ea typeface="Malgun Gothic"/>
                <a:cs typeface="Malgun Gothic"/>
              </a:defRPr>
            </a:lvl5pPr>
            <a:lvl6pPr algn="r">
              <a:buNone/>
              <a:defRPr sz="1050" b="0">
                <a:solidFill>
                  <a:srgbClr val="66758A"/>
                </a:solidFill>
                <a:latin typeface="Malgun Gothic"/>
                <a:ea typeface="Malgun Gothic"/>
                <a:cs typeface="Malgun Gothic"/>
              </a:defRPr>
            </a:lvl6pPr>
            <a:lvl7pPr algn="r">
              <a:buNone/>
              <a:defRPr sz="1050" b="0">
                <a:solidFill>
                  <a:srgbClr val="66758A"/>
                </a:solidFill>
                <a:latin typeface="Malgun Gothic"/>
                <a:ea typeface="Malgun Gothic"/>
                <a:cs typeface="Malgun Gothic"/>
              </a:defRPr>
            </a:lvl7pPr>
            <a:lvl8pPr algn="r">
              <a:buNone/>
              <a:defRPr sz="1050" b="0">
                <a:solidFill>
                  <a:srgbClr val="66758A"/>
                </a:solidFill>
                <a:latin typeface="Malgun Gothic"/>
                <a:ea typeface="Malgun Gothic"/>
                <a:cs typeface="Malgun Gothic"/>
              </a:defRPr>
            </a:lvl8pPr>
            <a:lvl9pPr algn="r">
              <a:buNone/>
              <a:defRPr sz="1050" b="0">
                <a:solidFill>
                  <a:srgbClr val="66758A"/>
                </a:solidFill>
                <a:latin typeface="Malgun Gothic"/>
                <a:ea typeface="Malgun Gothic"/>
                <a:cs typeface="Malgun Gothic"/>
              </a:defRPr>
            </a:lvl9pPr>
          </a:lstStyle>
          <a:p xmlns:a="http://schemas.openxmlformats.org/drawingml/2006/main">
            <a:pPr algn="r">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05 / 10</a:t>
            </a:r>
          </a:p>
        </p:txBody>
      </p:sp>
      <p:sp>
        <p:nvSpPr>
          <p:cNvPr id="11" name="행성에서 보면">
            <a:extLst xmlns:a="http://schemas.openxmlformats.org/drawingml/2006/main">
              <a:ext uri="{FF2B5EF4-FFF2-40B4-BE49-F238E27FC236}">
                <a16:creationId xmlns:a16="http://schemas.microsoft.com/office/drawing/2014/main" id="{5A6B402C-8666-4E48-93BD-9F0691117277}"/>
              </a:ext>
            </a:extLst>
          </p:cNvPr>
          <p:cNvSpPr>
            <a:spLocks xmlns:a="http://schemas.openxmlformats.org/drawingml/2006/main" noGrp="1"/>
          </p:cNvSpPr>
          <p:nvPr/>
        </p:nvSpPr>
        <p:spPr>
          <a:xfrm xmlns:a="http://schemas.openxmlformats.org/drawingml/2006/main">
            <a:off x="685800" y="19526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E66A3"/>
                </a:solidFill>
                <a:latin typeface="Malgun Gothic"/>
                <a:ea typeface="Malgun Gothic"/>
                <a:cs typeface="Malgun Gothic"/>
              </a:defRPr>
            </a:defPPr>
            <a:lvl1pPr algn="l">
              <a:defRPr sz="2250" b="1">
                <a:solidFill>
                  <a:srgbClr val="2E66A3"/>
                </a:solidFill>
                <a:latin typeface="Malgun Gothic"/>
                <a:ea typeface="Malgun Gothic"/>
                <a:cs typeface="Malgun Gothic"/>
              </a:defRPr>
            </a:lvl1pPr>
            <a:lvl2pPr algn="l">
              <a:defRPr sz="2250" b="1">
                <a:solidFill>
                  <a:srgbClr val="2E66A3"/>
                </a:solidFill>
                <a:latin typeface="Malgun Gothic"/>
                <a:ea typeface="Malgun Gothic"/>
                <a:cs typeface="Malgun Gothic"/>
              </a:defRPr>
            </a:lvl2pPr>
            <a:lvl3pPr algn="l">
              <a:defRPr sz="2250" b="1">
                <a:solidFill>
                  <a:srgbClr val="2E66A3"/>
                </a:solidFill>
                <a:latin typeface="Malgun Gothic"/>
                <a:ea typeface="Malgun Gothic"/>
                <a:cs typeface="Malgun Gothic"/>
              </a:defRPr>
            </a:lvl3pPr>
            <a:lvl4pPr algn="l">
              <a:defRPr sz="2250" b="1">
                <a:solidFill>
                  <a:srgbClr val="2E66A3"/>
                </a:solidFill>
                <a:latin typeface="Malgun Gothic"/>
                <a:ea typeface="Malgun Gothic"/>
                <a:cs typeface="Malgun Gothic"/>
              </a:defRPr>
            </a:lvl4pPr>
            <a:lvl5pPr algn="l">
              <a:defRPr sz="2250" b="1">
                <a:solidFill>
                  <a:srgbClr val="2E66A3"/>
                </a:solidFill>
                <a:latin typeface="Malgun Gothic"/>
                <a:ea typeface="Malgun Gothic"/>
                <a:cs typeface="Malgun Gothic"/>
              </a:defRPr>
            </a:lvl5pPr>
            <a:lvl6pPr algn="l">
              <a:defRPr sz="2250" b="1">
                <a:solidFill>
                  <a:srgbClr val="2E66A3"/>
                </a:solidFill>
                <a:latin typeface="Malgun Gothic"/>
                <a:ea typeface="Malgun Gothic"/>
                <a:cs typeface="Malgun Gothic"/>
              </a:defRPr>
            </a:lvl6pPr>
            <a:lvl7pPr algn="l">
              <a:defRPr sz="2250" b="1">
                <a:solidFill>
                  <a:srgbClr val="2E66A3"/>
                </a:solidFill>
                <a:latin typeface="Malgun Gothic"/>
                <a:ea typeface="Malgun Gothic"/>
                <a:cs typeface="Malgun Gothic"/>
              </a:defRPr>
            </a:lvl7pPr>
            <a:lvl8pPr algn="l">
              <a:defRPr sz="2250" b="1">
                <a:solidFill>
                  <a:srgbClr val="2E66A3"/>
                </a:solidFill>
                <a:latin typeface="Malgun Gothic"/>
                <a:ea typeface="Malgun Gothic"/>
                <a:cs typeface="Malgun Gothic"/>
              </a:defRPr>
            </a:lvl8pPr>
            <a:lvl9pPr algn="l">
              <a:defRPr sz="2250" b="1">
                <a:solidFill>
                  <a:srgbClr val="2E66A3"/>
                </a:solidFill>
                <a:latin typeface="Malgun Gothic"/>
                <a:ea typeface="Malgun Gothic"/>
                <a:cs typeface="Malgun Gothic"/>
              </a:defRPr>
            </a:lvl9pPr>
          </a:lstStyle>
          <a:p xmlns:a="http://schemas.openxmlformats.org/drawingml/2006/main">
            <a:pPr algn="l">
              <a:defRPr sz="2250" b="1">
                <a:solidFill>
                  <a:srgbClr val="2E66A3"/>
                </a:solidFill>
                <a:latin typeface="Malgun Gothic"/>
                <a:ea typeface="Malgun Gothic"/>
                <a:cs typeface="Malgun Gothic"/>
              </a:defRPr>
            </a:pPr>
            <a:r>
              <a:rPr sz="2250" b="1">
                <a:solidFill>
                  <a:srgbClr val="2E66A3"/>
                </a:solidFill>
                <a:latin typeface="Malgun Gothic"/>
                <a:ea typeface="Malgun Gothic"/>
                <a:cs typeface="Malgun Gothic"/>
              </a:rPr>
              <a:t>행성에서 보면</a:t>
            </a:r>
          </a:p>
        </p:txBody>
      </p:sp>
      <p:sp>
        <p:nvSpPr>
          <p:cNvPr id="12" name="태양에서 보면">
            <a:extLst xmlns:a="http://schemas.openxmlformats.org/drawingml/2006/main">
              <a:ext uri="{FF2B5EF4-FFF2-40B4-BE49-F238E27FC236}">
                <a16:creationId xmlns:a16="http://schemas.microsoft.com/office/drawing/2014/main" id="{81A4C4C1-A8EE-4202-AE03-1AF3A99599C5}"/>
              </a:ext>
            </a:extLst>
          </p:cNvPr>
          <p:cNvSpPr>
            <a:spLocks xmlns:a="http://schemas.openxmlformats.org/drawingml/2006/main" noGrp="1"/>
          </p:cNvSpPr>
          <p:nvPr/>
        </p:nvSpPr>
        <p:spPr>
          <a:xfrm xmlns:a="http://schemas.openxmlformats.org/drawingml/2006/main">
            <a:off x="6457950" y="19526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E66A3"/>
                </a:solidFill>
                <a:latin typeface="Malgun Gothic"/>
                <a:ea typeface="Malgun Gothic"/>
                <a:cs typeface="Malgun Gothic"/>
              </a:defRPr>
            </a:defPPr>
            <a:lvl1pPr algn="l">
              <a:defRPr sz="2250" b="1">
                <a:solidFill>
                  <a:srgbClr val="2E66A3"/>
                </a:solidFill>
                <a:latin typeface="Malgun Gothic"/>
                <a:ea typeface="Malgun Gothic"/>
                <a:cs typeface="Malgun Gothic"/>
              </a:defRPr>
            </a:lvl1pPr>
            <a:lvl2pPr algn="l">
              <a:defRPr sz="2250" b="1">
                <a:solidFill>
                  <a:srgbClr val="2E66A3"/>
                </a:solidFill>
                <a:latin typeface="Malgun Gothic"/>
                <a:ea typeface="Malgun Gothic"/>
                <a:cs typeface="Malgun Gothic"/>
              </a:defRPr>
            </a:lvl2pPr>
            <a:lvl3pPr algn="l">
              <a:defRPr sz="2250" b="1">
                <a:solidFill>
                  <a:srgbClr val="2E66A3"/>
                </a:solidFill>
                <a:latin typeface="Malgun Gothic"/>
                <a:ea typeface="Malgun Gothic"/>
                <a:cs typeface="Malgun Gothic"/>
              </a:defRPr>
            </a:lvl3pPr>
            <a:lvl4pPr algn="l">
              <a:defRPr sz="2250" b="1">
                <a:solidFill>
                  <a:srgbClr val="2E66A3"/>
                </a:solidFill>
                <a:latin typeface="Malgun Gothic"/>
                <a:ea typeface="Malgun Gothic"/>
                <a:cs typeface="Malgun Gothic"/>
              </a:defRPr>
            </a:lvl4pPr>
            <a:lvl5pPr algn="l">
              <a:defRPr sz="2250" b="1">
                <a:solidFill>
                  <a:srgbClr val="2E66A3"/>
                </a:solidFill>
                <a:latin typeface="Malgun Gothic"/>
                <a:ea typeface="Malgun Gothic"/>
                <a:cs typeface="Malgun Gothic"/>
              </a:defRPr>
            </a:lvl5pPr>
            <a:lvl6pPr algn="l">
              <a:defRPr sz="2250" b="1">
                <a:solidFill>
                  <a:srgbClr val="2E66A3"/>
                </a:solidFill>
                <a:latin typeface="Malgun Gothic"/>
                <a:ea typeface="Malgun Gothic"/>
                <a:cs typeface="Malgun Gothic"/>
              </a:defRPr>
            </a:lvl6pPr>
            <a:lvl7pPr algn="l">
              <a:defRPr sz="2250" b="1">
                <a:solidFill>
                  <a:srgbClr val="2E66A3"/>
                </a:solidFill>
                <a:latin typeface="Malgun Gothic"/>
                <a:ea typeface="Malgun Gothic"/>
                <a:cs typeface="Malgun Gothic"/>
              </a:defRPr>
            </a:lvl7pPr>
            <a:lvl8pPr algn="l">
              <a:defRPr sz="2250" b="1">
                <a:solidFill>
                  <a:srgbClr val="2E66A3"/>
                </a:solidFill>
                <a:latin typeface="Malgun Gothic"/>
                <a:ea typeface="Malgun Gothic"/>
                <a:cs typeface="Malgun Gothic"/>
              </a:defRPr>
            </a:lvl8pPr>
            <a:lvl9pPr algn="l">
              <a:defRPr sz="2250" b="1">
                <a:solidFill>
                  <a:srgbClr val="2E66A3"/>
                </a:solidFill>
                <a:latin typeface="Malgun Gothic"/>
                <a:ea typeface="Malgun Gothic"/>
                <a:cs typeface="Malgun Gothic"/>
              </a:defRPr>
            </a:lvl9pPr>
          </a:lstStyle>
          <a:p xmlns:a="http://schemas.openxmlformats.org/drawingml/2006/main">
            <a:pPr algn="l">
              <a:defRPr sz="2250" b="1">
                <a:solidFill>
                  <a:srgbClr val="2E66A3"/>
                </a:solidFill>
                <a:latin typeface="Malgun Gothic"/>
                <a:ea typeface="Malgun Gothic"/>
                <a:cs typeface="Malgun Gothic"/>
              </a:defRPr>
            </a:pPr>
            <a:r>
              <a:rPr sz="2250" b="1">
                <a:solidFill>
                  <a:srgbClr val="2E66A3"/>
                </a:solidFill>
                <a:latin typeface="Malgun Gothic"/>
                <a:ea typeface="Malgun Gothic"/>
                <a:cs typeface="Malgun Gothic"/>
              </a:rPr>
              <a:t>태양에서 보면</a:t>
            </a:r>
          </a:p>
        </p:txBody>
      </p:sp>
      <p:pic>
        <p:nvPicPr>
          <p:cNvPr id="13" name="">
            <a:extLst xmlns:a="http://schemas.openxmlformats.org/drawingml/2006/main">
              <a:ext uri="{FF2B5EF4-FFF2-40B4-BE49-F238E27FC236}">
                <a16:creationId xmlns:a16="http://schemas.microsoft.com/office/drawing/2014/main" id="{95177D1E-A7CE-47CB-9B0D-C4E1CCC09E55}"/>
              </a:ext>
            </a:extLst>
          </p:cNvPr>
          <p:cNvPicPr>
            <a:picLocks xmlns:a="http://schemas.openxmlformats.org/drawingml/2006/main" noChangeAspect="1"/>
          </p:cNvPicPr>
          <p:nvPr/>
        </p:nvPicPr>
        <p:blipFill>
          <a:blip xmlns:r="http://schemas.openxmlformats.org/officeDocument/2006/relationships" xmlns:a="http://schemas.openxmlformats.org/drawingml/2006/main" r:embed="R5fb7649a2ae9489d"/>
          <a:stretch xmlns:a="http://schemas.openxmlformats.org/drawingml/2006/main"/>
        </p:blipFill>
        <p:spPr>
          <a:xfrm xmlns:a="http://schemas.openxmlformats.org/drawingml/2006/main">
            <a:off x="1183633" y="2619375"/>
            <a:ext cx="4043059" cy="2714625"/>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92033F33-67BC-42B1-AAC5-37AA9B9E204D}"/>
              </a:ext>
            </a:extLst>
          </p:cNvPr>
          <p:cNvPicPr>
            <a:picLocks xmlns:a="http://schemas.openxmlformats.org/drawingml/2006/main" noChangeAspect="1"/>
          </p:cNvPicPr>
          <p:nvPr/>
        </p:nvPicPr>
        <p:blipFill>
          <a:blip xmlns:r="http://schemas.openxmlformats.org/officeDocument/2006/relationships" xmlns:a="http://schemas.openxmlformats.org/drawingml/2006/main" r:embed="Re3010c1ad1e24647"/>
          <a:stretch xmlns:a="http://schemas.openxmlformats.org/drawingml/2006/main"/>
        </p:blipFill>
        <p:spPr>
          <a:xfrm xmlns:a="http://schemas.openxmlformats.org/drawingml/2006/main">
            <a:off x="7695868" y="2476500"/>
            <a:ext cx="2658140" cy="2857500"/>
          </a:xfrm>
          <a:prstGeom xmlns:a="http://schemas.openxmlformats.org/drawingml/2006/main" prst="rect">
            <a:avLst/>
          </a:prstGeom>
        </p:spPr>
      </p:pic>
      <p:sp>
        <p:nvSpPr>
          <p:cNvPr id="15" name="속력은 비슷하고&#10;방향이 바뀜">
            <a:extLst xmlns:a="http://schemas.openxmlformats.org/drawingml/2006/main">
              <a:ext uri="{FF2B5EF4-FFF2-40B4-BE49-F238E27FC236}">
                <a16:creationId xmlns:a16="http://schemas.microsoft.com/office/drawing/2014/main" id="{3CD4FA9C-17E8-4BBE-B2E1-876EB1998FBD}"/>
              </a:ext>
            </a:extLst>
          </p:cNvPr>
          <p:cNvSpPr>
            <a:spLocks xmlns:a="http://schemas.openxmlformats.org/drawingml/2006/main" noGrp="1"/>
          </p:cNvSpPr>
          <p:nvPr/>
        </p:nvSpPr>
        <p:spPr>
          <a:xfrm xmlns:a="http://schemas.openxmlformats.org/drawingml/2006/main">
            <a:off x="685800" y="54578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D3048"/>
                </a:solidFill>
                <a:latin typeface="Malgun Gothic"/>
                <a:ea typeface="Malgun Gothic"/>
                <a:cs typeface="Malgun Gothic"/>
              </a:defRPr>
            </a:defPPr>
            <a:lvl1pPr algn="l">
              <a:defRPr sz="2025" b="1">
                <a:solidFill>
                  <a:srgbClr val="1D3048"/>
                </a:solidFill>
                <a:latin typeface="Malgun Gothic"/>
                <a:ea typeface="Malgun Gothic"/>
                <a:cs typeface="Malgun Gothic"/>
              </a:defRPr>
            </a:lvl1pPr>
            <a:lvl2pPr algn="l">
              <a:defRPr sz="2025" b="1">
                <a:solidFill>
                  <a:srgbClr val="1D3048"/>
                </a:solidFill>
                <a:latin typeface="Malgun Gothic"/>
                <a:ea typeface="Malgun Gothic"/>
                <a:cs typeface="Malgun Gothic"/>
              </a:defRPr>
            </a:lvl2pPr>
            <a:lvl3pPr algn="l">
              <a:defRPr sz="2025" b="1">
                <a:solidFill>
                  <a:srgbClr val="1D3048"/>
                </a:solidFill>
                <a:latin typeface="Malgun Gothic"/>
                <a:ea typeface="Malgun Gothic"/>
                <a:cs typeface="Malgun Gothic"/>
              </a:defRPr>
            </a:lvl3pPr>
            <a:lvl4pPr algn="l">
              <a:defRPr sz="2025" b="1">
                <a:solidFill>
                  <a:srgbClr val="1D3048"/>
                </a:solidFill>
                <a:latin typeface="Malgun Gothic"/>
                <a:ea typeface="Malgun Gothic"/>
                <a:cs typeface="Malgun Gothic"/>
              </a:defRPr>
            </a:lvl4pPr>
            <a:lvl5pPr algn="l">
              <a:defRPr sz="2025" b="1">
                <a:solidFill>
                  <a:srgbClr val="1D3048"/>
                </a:solidFill>
                <a:latin typeface="Malgun Gothic"/>
                <a:ea typeface="Malgun Gothic"/>
                <a:cs typeface="Malgun Gothic"/>
              </a:defRPr>
            </a:lvl5pPr>
            <a:lvl6pPr algn="l">
              <a:defRPr sz="2025" b="1">
                <a:solidFill>
                  <a:srgbClr val="1D3048"/>
                </a:solidFill>
                <a:latin typeface="Malgun Gothic"/>
                <a:ea typeface="Malgun Gothic"/>
                <a:cs typeface="Malgun Gothic"/>
              </a:defRPr>
            </a:lvl6pPr>
            <a:lvl7pPr algn="l">
              <a:defRPr sz="2025" b="1">
                <a:solidFill>
                  <a:srgbClr val="1D3048"/>
                </a:solidFill>
                <a:latin typeface="Malgun Gothic"/>
                <a:ea typeface="Malgun Gothic"/>
                <a:cs typeface="Malgun Gothic"/>
              </a:defRPr>
            </a:lvl7pPr>
            <a:lvl8pPr algn="l">
              <a:defRPr sz="2025" b="1">
                <a:solidFill>
                  <a:srgbClr val="1D3048"/>
                </a:solidFill>
                <a:latin typeface="Malgun Gothic"/>
                <a:ea typeface="Malgun Gothic"/>
                <a:cs typeface="Malgun Gothic"/>
              </a:defRPr>
            </a:lvl8pPr>
            <a:lvl9pPr algn="l">
              <a:defRPr sz="2025" b="1">
                <a:solidFill>
                  <a:srgbClr val="1D3048"/>
                </a:solidFill>
                <a:latin typeface="Malgun Gothic"/>
                <a:ea typeface="Malgun Gothic"/>
                <a:cs typeface="Malgun Gothic"/>
              </a:defRPr>
            </a:lvl9pPr>
          </a:lstStyle>
          <a:p xmlns:a="http://schemas.openxmlformats.org/drawingml/2006/main">
            <a:pPr algn="l">
              <a:defRPr sz="2025" b="1">
                <a:solidFill>
                  <a:srgbClr val="1D3048"/>
                </a:solidFill>
                <a:latin typeface="Malgun Gothic"/>
                <a:ea typeface="Malgun Gothic"/>
                <a:cs typeface="Malgun Gothic"/>
              </a:defRPr>
            </a:pPr>
            <a:r>
              <a:rPr sz="2025" b="1">
                <a:solidFill>
                  <a:srgbClr val="1D3048"/>
                </a:solidFill>
                <a:latin typeface="Malgun Gothic"/>
                <a:ea typeface="Malgun Gothic"/>
                <a:cs typeface="Malgun Gothic"/>
              </a:rPr>
              <a:t>속력은 비슷하고</a:t>
            </a:r>
          </a:p>
          <a:p xmlns:a="http://schemas.openxmlformats.org/drawingml/2006/main">
            <a:pPr algn="l">
              <a:defRPr sz="2025" b="1">
                <a:solidFill>
                  <a:srgbClr val="1D3048"/>
                </a:solidFill>
                <a:latin typeface="Malgun Gothic"/>
                <a:ea typeface="Malgun Gothic"/>
                <a:cs typeface="Malgun Gothic"/>
              </a:defRPr>
            </a:pPr>
            <a:r>
              <a:rPr sz="2025" b="1">
                <a:solidFill>
                  <a:srgbClr val="1D3048"/>
                </a:solidFill>
                <a:latin typeface="Malgun Gothic"/>
                <a:ea typeface="Malgun Gothic"/>
                <a:cs typeface="Malgun Gothic"/>
              </a:rPr>
              <a:t>방향이 바뀜</a:t>
            </a:r>
          </a:p>
        </p:txBody>
      </p:sp>
      <p:sp>
        <p:nvSpPr>
          <p:cNvPr id="16" name="행성이 움직이므로&#10;속력도 달라질 수 있음">
            <a:extLst xmlns:a="http://schemas.openxmlformats.org/drawingml/2006/main">
              <a:ext uri="{FF2B5EF4-FFF2-40B4-BE49-F238E27FC236}">
                <a16:creationId xmlns:a16="http://schemas.microsoft.com/office/drawing/2014/main" id="{57D75B09-9AEF-41A4-8A4D-759D55A64E28}"/>
              </a:ext>
            </a:extLst>
          </p:cNvPr>
          <p:cNvSpPr>
            <a:spLocks xmlns:a="http://schemas.openxmlformats.org/drawingml/2006/main" noGrp="1"/>
          </p:cNvSpPr>
          <p:nvPr/>
        </p:nvSpPr>
        <p:spPr>
          <a:xfrm xmlns:a="http://schemas.openxmlformats.org/drawingml/2006/main">
            <a:off x="6457950" y="54578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D3048"/>
                </a:solidFill>
                <a:latin typeface="Malgun Gothic"/>
                <a:ea typeface="Malgun Gothic"/>
                <a:cs typeface="Malgun Gothic"/>
              </a:defRPr>
            </a:defPPr>
            <a:lvl1pPr algn="l">
              <a:defRPr sz="2025" b="1">
                <a:solidFill>
                  <a:srgbClr val="1D3048"/>
                </a:solidFill>
                <a:latin typeface="Malgun Gothic"/>
                <a:ea typeface="Malgun Gothic"/>
                <a:cs typeface="Malgun Gothic"/>
              </a:defRPr>
            </a:lvl1pPr>
            <a:lvl2pPr algn="l">
              <a:defRPr sz="2025" b="1">
                <a:solidFill>
                  <a:srgbClr val="1D3048"/>
                </a:solidFill>
                <a:latin typeface="Malgun Gothic"/>
                <a:ea typeface="Malgun Gothic"/>
                <a:cs typeface="Malgun Gothic"/>
              </a:defRPr>
            </a:lvl2pPr>
            <a:lvl3pPr algn="l">
              <a:defRPr sz="2025" b="1">
                <a:solidFill>
                  <a:srgbClr val="1D3048"/>
                </a:solidFill>
                <a:latin typeface="Malgun Gothic"/>
                <a:ea typeface="Malgun Gothic"/>
                <a:cs typeface="Malgun Gothic"/>
              </a:defRPr>
            </a:lvl3pPr>
            <a:lvl4pPr algn="l">
              <a:defRPr sz="2025" b="1">
                <a:solidFill>
                  <a:srgbClr val="1D3048"/>
                </a:solidFill>
                <a:latin typeface="Malgun Gothic"/>
                <a:ea typeface="Malgun Gothic"/>
                <a:cs typeface="Malgun Gothic"/>
              </a:defRPr>
            </a:lvl4pPr>
            <a:lvl5pPr algn="l">
              <a:defRPr sz="2025" b="1">
                <a:solidFill>
                  <a:srgbClr val="1D3048"/>
                </a:solidFill>
                <a:latin typeface="Malgun Gothic"/>
                <a:ea typeface="Malgun Gothic"/>
                <a:cs typeface="Malgun Gothic"/>
              </a:defRPr>
            </a:lvl5pPr>
            <a:lvl6pPr algn="l">
              <a:defRPr sz="2025" b="1">
                <a:solidFill>
                  <a:srgbClr val="1D3048"/>
                </a:solidFill>
                <a:latin typeface="Malgun Gothic"/>
                <a:ea typeface="Malgun Gothic"/>
                <a:cs typeface="Malgun Gothic"/>
              </a:defRPr>
            </a:lvl6pPr>
            <a:lvl7pPr algn="l">
              <a:defRPr sz="2025" b="1">
                <a:solidFill>
                  <a:srgbClr val="1D3048"/>
                </a:solidFill>
                <a:latin typeface="Malgun Gothic"/>
                <a:ea typeface="Malgun Gothic"/>
                <a:cs typeface="Malgun Gothic"/>
              </a:defRPr>
            </a:lvl7pPr>
            <a:lvl8pPr algn="l">
              <a:defRPr sz="2025" b="1">
                <a:solidFill>
                  <a:srgbClr val="1D3048"/>
                </a:solidFill>
                <a:latin typeface="Malgun Gothic"/>
                <a:ea typeface="Malgun Gothic"/>
                <a:cs typeface="Malgun Gothic"/>
              </a:defRPr>
            </a:lvl8pPr>
            <a:lvl9pPr algn="l">
              <a:defRPr sz="2025" b="1">
                <a:solidFill>
                  <a:srgbClr val="1D3048"/>
                </a:solidFill>
                <a:latin typeface="Malgun Gothic"/>
                <a:ea typeface="Malgun Gothic"/>
                <a:cs typeface="Malgun Gothic"/>
              </a:defRPr>
            </a:lvl9pPr>
          </a:lstStyle>
          <a:p xmlns:a="http://schemas.openxmlformats.org/drawingml/2006/main">
            <a:pPr algn="l">
              <a:defRPr sz="2025" b="1">
                <a:solidFill>
                  <a:srgbClr val="1D3048"/>
                </a:solidFill>
                <a:latin typeface="Malgun Gothic"/>
                <a:ea typeface="Malgun Gothic"/>
                <a:cs typeface="Malgun Gothic"/>
              </a:defRPr>
            </a:pPr>
            <a:r>
              <a:rPr sz="2025" b="1">
                <a:solidFill>
                  <a:srgbClr val="1D3048"/>
                </a:solidFill>
                <a:latin typeface="Malgun Gothic"/>
                <a:ea typeface="Malgun Gothic"/>
                <a:cs typeface="Malgun Gothic"/>
              </a:rPr>
              <a:t>행성이 움직이므로</a:t>
            </a:r>
          </a:p>
          <a:p xmlns:a="http://schemas.openxmlformats.org/drawingml/2006/main">
            <a:pPr algn="l">
              <a:defRPr sz="2025" b="1">
                <a:solidFill>
                  <a:srgbClr val="1D3048"/>
                </a:solidFill>
                <a:latin typeface="Malgun Gothic"/>
                <a:ea typeface="Malgun Gothic"/>
                <a:cs typeface="Malgun Gothic"/>
              </a:defRPr>
            </a:pPr>
            <a:r>
              <a:rPr sz="2025" b="1">
                <a:solidFill>
                  <a:srgbClr val="1D3048"/>
                </a:solidFill>
                <a:latin typeface="Malgun Gothic"/>
                <a:ea typeface="Malgun Gothic"/>
                <a:cs typeface="Malgun Gothic"/>
              </a:rPr>
              <a:t>속력도 달라질 수 있음</a:t>
            </a:r>
          </a:p>
        </p:txBody>
      </p:sp>
      <p:sp>
        <p:nvSpPr>
          <p:cNvPr id="17" name="속도 개념도 · NASA · 충분히 먼 통과 전후 비교">
            <a:extLst xmlns:a="http://schemas.openxmlformats.org/drawingml/2006/main">
              <a:ext uri="{FF2B5EF4-FFF2-40B4-BE49-F238E27FC236}">
                <a16:creationId xmlns:a16="http://schemas.microsoft.com/office/drawing/2014/main" id="{1EC27834-BC19-4906-8D47-F0B060DD96AA}"/>
              </a:ext>
            </a:extLst>
          </p:cNvPr>
          <p:cNvSpPr>
            <a:spLocks xmlns:a="http://schemas.openxmlformats.org/drawingml/2006/main" noGrp="1"/>
          </p:cNvSpPr>
          <p:nvPr/>
        </p:nvSpPr>
        <p:spPr>
          <a:xfrm xmlns:a="http://schemas.openxmlformats.org/drawingml/2006/main">
            <a:off x="685800" y="617220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758A"/>
                </a:solidFill>
                <a:latin typeface="Malgun Gothic"/>
                <a:ea typeface="Malgun Gothic"/>
                <a:cs typeface="Malgun Gothic"/>
              </a:defRPr>
            </a:defPPr>
            <a:lvl1pPr algn="l">
              <a:defRPr sz="1050" b="0">
                <a:solidFill>
                  <a:srgbClr val="66758A"/>
                </a:solidFill>
                <a:latin typeface="Malgun Gothic"/>
                <a:ea typeface="Malgun Gothic"/>
                <a:cs typeface="Malgun Gothic"/>
              </a:defRPr>
            </a:lvl1pPr>
            <a:lvl2pPr algn="l">
              <a:defRPr sz="1050" b="0">
                <a:solidFill>
                  <a:srgbClr val="66758A"/>
                </a:solidFill>
                <a:latin typeface="Malgun Gothic"/>
                <a:ea typeface="Malgun Gothic"/>
                <a:cs typeface="Malgun Gothic"/>
              </a:defRPr>
            </a:lvl2pPr>
            <a:lvl3pPr algn="l">
              <a:defRPr sz="1050" b="0">
                <a:solidFill>
                  <a:srgbClr val="66758A"/>
                </a:solidFill>
                <a:latin typeface="Malgun Gothic"/>
                <a:ea typeface="Malgun Gothic"/>
                <a:cs typeface="Malgun Gothic"/>
              </a:defRPr>
            </a:lvl3pPr>
            <a:lvl4pPr algn="l">
              <a:defRPr sz="1050" b="0">
                <a:solidFill>
                  <a:srgbClr val="66758A"/>
                </a:solidFill>
                <a:latin typeface="Malgun Gothic"/>
                <a:ea typeface="Malgun Gothic"/>
                <a:cs typeface="Malgun Gothic"/>
              </a:defRPr>
            </a:lvl4pPr>
            <a:lvl5pPr algn="l">
              <a:defRPr sz="1050" b="0">
                <a:solidFill>
                  <a:srgbClr val="66758A"/>
                </a:solidFill>
                <a:latin typeface="Malgun Gothic"/>
                <a:ea typeface="Malgun Gothic"/>
                <a:cs typeface="Malgun Gothic"/>
              </a:defRPr>
            </a:lvl5pPr>
            <a:lvl6pPr algn="l">
              <a:defRPr sz="1050" b="0">
                <a:solidFill>
                  <a:srgbClr val="66758A"/>
                </a:solidFill>
                <a:latin typeface="Malgun Gothic"/>
                <a:ea typeface="Malgun Gothic"/>
                <a:cs typeface="Malgun Gothic"/>
              </a:defRPr>
            </a:lvl6pPr>
            <a:lvl7pPr algn="l">
              <a:defRPr sz="1050" b="0">
                <a:solidFill>
                  <a:srgbClr val="66758A"/>
                </a:solidFill>
                <a:latin typeface="Malgun Gothic"/>
                <a:ea typeface="Malgun Gothic"/>
                <a:cs typeface="Malgun Gothic"/>
              </a:defRPr>
            </a:lvl7pPr>
            <a:lvl8pPr algn="l">
              <a:defRPr sz="1050" b="0">
                <a:solidFill>
                  <a:srgbClr val="66758A"/>
                </a:solidFill>
                <a:latin typeface="Malgun Gothic"/>
                <a:ea typeface="Malgun Gothic"/>
                <a:cs typeface="Malgun Gothic"/>
              </a:defRPr>
            </a:lvl8pPr>
            <a:lvl9pPr algn="l">
              <a:defRPr sz="1050" b="0">
                <a:solidFill>
                  <a:srgbClr val="66758A"/>
                </a:solidFill>
                <a:latin typeface="Malgun Gothic"/>
                <a:ea typeface="Malgun Gothic"/>
                <a:cs typeface="Malgun Gothic"/>
              </a:defRPr>
            </a:lvl9pPr>
          </a:lstStyle>
          <a:p xmlns:a="http://schemas.openxmlformats.org/drawingml/2006/main">
            <a:pPr algn="l">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속도 개념도 · NASA · 충분히 먼 통과 전후 비교</a:t>
            </a:r>
          </a:p>
        </p:txBody>
      </p:sp>
    </p:spTree>
    <p:extLst>
      <p:ext uri="{BB962C8B-B14F-4D97-AF65-F5344CB8AC3E}">
        <p14:creationId xmlns:p14="http://schemas.microsoft.com/office/powerpoint/2010/main" val="14845509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04 · 원리">
            <a:extLst xmlns:a="http://schemas.openxmlformats.org/drawingml/2006/main">
              <a:ext uri="{FF2B5EF4-FFF2-40B4-BE49-F238E27FC236}">
                <a16:creationId xmlns:a16="http://schemas.microsoft.com/office/drawing/2014/main" id="{7AD0592F-6C7E-4742-97D1-71FF6A08CB17}"/>
              </a:ext>
            </a:extLst>
          </p:cNvPr>
          <p:cNvSpPr>
            <a:spLocks xmlns:a="http://schemas.openxmlformats.org/drawingml/2006/main" noGrp="1"/>
          </p:cNvSpPr>
          <p:nvPr/>
        </p:nvSpPr>
        <p:spPr>
          <a:xfrm xmlns:a="http://schemas.openxmlformats.org/drawingml/2006/main">
            <a:off x="685800" y="4000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E66A3"/>
                </a:solidFill>
                <a:latin typeface="Malgun Gothic"/>
                <a:ea typeface="Malgun Gothic"/>
                <a:cs typeface="Malgun Gothic"/>
              </a:defRPr>
            </a:defPPr>
            <a:lvl1pPr algn="l">
              <a:buNone/>
              <a:defRPr sz="1200" b="1">
                <a:solidFill>
                  <a:srgbClr val="2E66A3"/>
                </a:solidFill>
                <a:latin typeface="Malgun Gothic"/>
                <a:ea typeface="Malgun Gothic"/>
                <a:cs typeface="Malgun Gothic"/>
              </a:defRPr>
            </a:lvl1pPr>
            <a:lvl2pPr algn="l">
              <a:buNone/>
              <a:defRPr sz="1200" b="1">
                <a:solidFill>
                  <a:srgbClr val="2E66A3"/>
                </a:solidFill>
                <a:latin typeface="Malgun Gothic"/>
                <a:ea typeface="Malgun Gothic"/>
                <a:cs typeface="Malgun Gothic"/>
              </a:defRPr>
            </a:lvl2pPr>
            <a:lvl3pPr algn="l">
              <a:buNone/>
              <a:defRPr sz="1200" b="1">
                <a:solidFill>
                  <a:srgbClr val="2E66A3"/>
                </a:solidFill>
                <a:latin typeface="Malgun Gothic"/>
                <a:ea typeface="Malgun Gothic"/>
                <a:cs typeface="Malgun Gothic"/>
              </a:defRPr>
            </a:lvl3pPr>
            <a:lvl4pPr algn="l">
              <a:buNone/>
              <a:defRPr sz="1200" b="1">
                <a:solidFill>
                  <a:srgbClr val="2E66A3"/>
                </a:solidFill>
                <a:latin typeface="Malgun Gothic"/>
                <a:ea typeface="Malgun Gothic"/>
                <a:cs typeface="Malgun Gothic"/>
              </a:defRPr>
            </a:lvl4pPr>
            <a:lvl5pPr algn="l">
              <a:buNone/>
              <a:defRPr sz="1200" b="1">
                <a:solidFill>
                  <a:srgbClr val="2E66A3"/>
                </a:solidFill>
                <a:latin typeface="Malgun Gothic"/>
                <a:ea typeface="Malgun Gothic"/>
                <a:cs typeface="Malgun Gothic"/>
              </a:defRPr>
            </a:lvl5pPr>
            <a:lvl6pPr algn="l">
              <a:buNone/>
              <a:defRPr sz="1200" b="1">
                <a:solidFill>
                  <a:srgbClr val="2E66A3"/>
                </a:solidFill>
                <a:latin typeface="Malgun Gothic"/>
                <a:ea typeface="Malgun Gothic"/>
                <a:cs typeface="Malgun Gothic"/>
              </a:defRPr>
            </a:lvl6pPr>
            <a:lvl7pPr algn="l">
              <a:buNone/>
              <a:defRPr sz="1200" b="1">
                <a:solidFill>
                  <a:srgbClr val="2E66A3"/>
                </a:solidFill>
                <a:latin typeface="Malgun Gothic"/>
                <a:ea typeface="Malgun Gothic"/>
                <a:cs typeface="Malgun Gothic"/>
              </a:defRPr>
            </a:lvl7pPr>
            <a:lvl8pPr algn="l">
              <a:buNone/>
              <a:defRPr sz="1200" b="1">
                <a:solidFill>
                  <a:srgbClr val="2E66A3"/>
                </a:solidFill>
                <a:latin typeface="Malgun Gothic"/>
                <a:ea typeface="Malgun Gothic"/>
                <a:cs typeface="Malgun Gothic"/>
              </a:defRPr>
            </a:lvl8pPr>
            <a:lvl9pPr algn="l">
              <a:buNone/>
              <a:defRPr sz="1200" b="1">
                <a:solidFill>
                  <a:srgbClr val="2E66A3"/>
                </a:solidFill>
                <a:latin typeface="Malgun Gothic"/>
                <a:ea typeface="Malgun Gothic"/>
                <a:cs typeface="Malgun Gothic"/>
              </a:defRPr>
            </a:lvl9pPr>
          </a:lstStyle>
          <a:p xmlns:a="http://schemas.openxmlformats.org/drawingml/2006/main">
            <a:pPr algn="l">
              <a:buNone/>
              <a:defRPr sz="1200" b="1">
                <a:solidFill>
                  <a:srgbClr val="2E66A3"/>
                </a:solidFill>
                <a:latin typeface="Malgun Gothic"/>
                <a:ea typeface="Malgun Gothic"/>
                <a:cs typeface="Malgun Gothic"/>
              </a:defRPr>
            </a:pPr>
            <a:r>
              <a:rPr sz="1200" b="1">
                <a:solidFill>
                  <a:srgbClr val="2E66A3"/>
                </a:solidFill>
                <a:latin typeface="Malgun Gothic"/>
                <a:ea typeface="Malgun Gothic"/>
                <a:cs typeface="Malgun Gothic"/>
              </a:rPr>
              <a:t>04 · 원리</a:t>
            </a:r>
          </a:p>
        </p:txBody>
      </p:sp>
      <p:sp>
        <p:nvSpPr>
          <p:cNvPr id="2" name="slide-title">
            <a:extLst xmlns:a="http://schemas.openxmlformats.org/drawingml/2006/main">
              <a:ext uri="{FF2B5EF4-FFF2-40B4-BE49-F238E27FC236}">
                <a16:creationId xmlns:a16="http://schemas.microsoft.com/office/drawing/2014/main" id="{20E0B37B-4B12-40CD-977E-89636F716326}"/>
              </a:ext>
            </a:extLst>
          </p:cNvPr>
          <p:cNvSpPr>
            <a:spLocks xmlns:a="http://schemas.openxmlformats.org/drawingml/2006/main" noGrp="1"/>
          </p:cNvSpPr>
          <p:nvPr/>
        </p:nvSpPr>
        <p:spPr>
          <a:xfrm xmlns:a="http://schemas.openxmlformats.org/drawingml/2006/main">
            <a:off x="685800" y="8667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83F"/>
                </a:solidFill>
                <a:latin typeface="Malgun Gothic"/>
                <a:ea typeface="Malgun Gothic"/>
                <a:cs typeface="Malgun Gothic"/>
              </a:defRPr>
            </a:defPPr>
            <a:lvl1pPr algn="l">
              <a:buNone/>
              <a:defRPr sz="3300" b="1">
                <a:solidFill>
                  <a:srgbClr val="15283F"/>
                </a:solidFill>
                <a:latin typeface="Malgun Gothic"/>
                <a:ea typeface="Malgun Gothic"/>
                <a:cs typeface="Malgun Gothic"/>
              </a:defRPr>
            </a:lvl1pPr>
            <a:lvl2pPr algn="l">
              <a:buNone/>
              <a:defRPr sz="3300" b="1">
                <a:solidFill>
                  <a:srgbClr val="15283F"/>
                </a:solidFill>
                <a:latin typeface="Malgun Gothic"/>
                <a:ea typeface="Malgun Gothic"/>
                <a:cs typeface="Malgun Gothic"/>
              </a:defRPr>
            </a:lvl2pPr>
            <a:lvl3pPr algn="l">
              <a:buNone/>
              <a:defRPr sz="3300" b="1">
                <a:solidFill>
                  <a:srgbClr val="15283F"/>
                </a:solidFill>
                <a:latin typeface="Malgun Gothic"/>
                <a:ea typeface="Malgun Gothic"/>
                <a:cs typeface="Malgun Gothic"/>
              </a:defRPr>
            </a:lvl3pPr>
            <a:lvl4pPr algn="l">
              <a:buNone/>
              <a:defRPr sz="3300" b="1">
                <a:solidFill>
                  <a:srgbClr val="15283F"/>
                </a:solidFill>
                <a:latin typeface="Malgun Gothic"/>
                <a:ea typeface="Malgun Gothic"/>
                <a:cs typeface="Malgun Gothic"/>
              </a:defRPr>
            </a:lvl4pPr>
            <a:lvl5pPr algn="l">
              <a:buNone/>
              <a:defRPr sz="3300" b="1">
                <a:solidFill>
                  <a:srgbClr val="15283F"/>
                </a:solidFill>
                <a:latin typeface="Malgun Gothic"/>
                <a:ea typeface="Malgun Gothic"/>
                <a:cs typeface="Malgun Gothic"/>
              </a:defRPr>
            </a:lvl5pPr>
            <a:lvl6pPr algn="l">
              <a:buNone/>
              <a:defRPr sz="3300" b="1">
                <a:solidFill>
                  <a:srgbClr val="15283F"/>
                </a:solidFill>
                <a:latin typeface="Malgun Gothic"/>
                <a:ea typeface="Malgun Gothic"/>
                <a:cs typeface="Malgun Gothic"/>
              </a:defRPr>
            </a:lvl6pPr>
            <a:lvl7pPr algn="l">
              <a:buNone/>
              <a:defRPr sz="3300" b="1">
                <a:solidFill>
                  <a:srgbClr val="15283F"/>
                </a:solidFill>
                <a:latin typeface="Malgun Gothic"/>
                <a:ea typeface="Malgun Gothic"/>
                <a:cs typeface="Malgun Gothic"/>
              </a:defRPr>
            </a:lvl7pPr>
            <a:lvl8pPr algn="l">
              <a:buNone/>
              <a:defRPr sz="3300" b="1">
                <a:solidFill>
                  <a:srgbClr val="15283F"/>
                </a:solidFill>
                <a:latin typeface="Malgun Gothic"/>
                <a:ea typeface="Malgun Gothic"/>
                <a:cs typeface="Malgun Gothic"/>
              </a:defRPr>
            </a:lvl8pPr>
            <a:lvl9pPr algn="l">
              <a:buNone/>
              <a:defRPr sz="3300" b="1">
                <a:solidFill>
                  <a:srgbClr val="15283F"/>
                </a:solidFill>
                <a:latin typeface="Malgun Gothic"/>
                <a:ea typeface="Malgun Gothic"/>
                <a:cs typeface="Malgun Gothic"/>
              </a:defRPr>
            </a:lvl9pPr>
          </a:lstStyle>
          <a:p xmlns:a="http://schemas.openxmlformats.org/drawingml/2006/main">
            <a:pPr algn="l">
              <a:buNone/>
              <a:defRPr sz="3300" b="1">
                <a:solidFill>
                  <a:srgbClr val="15283F"/>
                </a:solidFill>
                <a:latin typeface="Malgun Gothic"/>
                <a:ea typeface="Malgun Gothic"/>
                <a:cs typeface="Malgun Gothic"/>
              </a:defRPr>
            </a:pPr>
            <a:r>
              <a:rPr sz="3300" b="1">
                <a:solidFill>
                  <a:srgbClr val="15283F"/>
                </a:solidFill>
                <a:latin typeface="Malgun Gothic"/>
                <a:ea typeface="Malgun Gothic"/>
                <a:cs typeface="Malgun Gothic"/>
              </a:rPr>
              <a:t>멀리 돌아가는 이유</a:t>
            </a:r>
          </a:p>
        </p:txBody>
      </p:sp>
      <p:sp>
        <p:nvSpPr>
          <p:cNvPr id="3" name="FLYBY · 중력 도움">
            <a:extLst xmlns:a="http://schemas.openxmlformats.org/drawingml/2006/main">
              <a:ext uri="{FF2B5EF4-FFF2-40B4-BE49-F238E27FC236}">
                <a16:creationId xmlns:a16="http://schemas.microsoft.com/office/drawing/2014/main" id="{F5B00EA1-06D0-4586-B230-A64C743B6B4F}"/>
              </a:ext>
            </a:extLst>
          </p:cNvPr>
          <p:cNvSpPr>
            <a:spLocks xmlns:a="http://schemas.openxmlformats.org/drawingml/2006/main" noGrp="1"/>
          </p:cNvSpPr>
          <p:nvPr/>
        </p:nvSpPr>
        <p:spPr>
          <a:xfrm xmlns:a="http://schemas.openxmlformats.org/drawingml/2006/main">
            <a:off x="685800" y="64293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758A"/>
                </a:solidFill>
                <a:latin typeface="Malgun Gothic"/>
                <a:ea typeface="Malgun Gothic"/>
                <a:cs typeface="Malgun Gothic"/>
              </a:defRPr>
            </a:defPPr>
            <a:lvl1pPr algn="l">
              <a:buNone/>
              <a:defRPr sz="1050" b="0">
                <a:solidFill>
                  <a:srgbClr val="66758A"/>
                </a:solidFill>
                <a:latin typeface="Malgun Gothic"/>
                <a:ea typeface="Malgun Gothic"/>
                <a:cs typeface="Malgun Gothic"/>
              </a:defRPr>
            </a:lvl1pPr>
            <a:lvl2pPr algn="l">
              <a:buNone/>
              <a:defRPr sz="1050" b="0">
                <a:solidFill>
                  <a:srgbClr val="66758A"/>
                </a:solidFill>
                <a:latin typeface="Malgun Gothic"/>
                <a:ea typeface="Malgun Gothic"/>
                <a:cs typeface="Malgun Gothic"/>
              </a:defRPr>
            </a:lvl2pPr>
            <a:lvl3pPr algn="l">
              <a:buNone/>
              <a:defRPr sz="1050" b="0">
                <a:solidFill>
                  <a:srgbClr val="66758A"/>
                </a:solidFill>
                <a:latin typeface="Malgun Gothic"/>
                <a:ea typeface="Malgun Gothic"/>
                <a:cs typeface="Malgun Gothic"/>
              </a:defRPr>
            </a:lvl3pPr>
            <a:lvl4pPr algn="l">
              <a:buNone/>
              <a:defRPr sz="1050" b="0">
                <a:solidFill>
                  <a:srgbClr val="66758A"/>
                </a:solidFill>
                <a:latin typeface="Malgun Gothic"/>
                <a:ea typeface="Malgun Gothic"/>
                <a:cs typeface="Malgun Gothic"/>
              </a:defRPr>
            </a:lvl4pPr>
            <a:lvl5pPr algn="l">
              <a:buNone/>
              <a:defRPr sz="1050" b="0">
                <a:solidFill>
                  <a:srgbClr val="66758A"/>
                </a:solidFill>
                <a:latin typeface="Malgun Gothic"/>
                <a:ea typeface="Malgun Gothic"/>
                <a:cs typeface="Malgun Gothic"/>
              </a:defRPr>
            </a:lvl5pPr>
            <a:lvl6pPr algn="l">
              <a:buNone/>
              <a:defRPr sz="1050" b="0">
                <a:solidFill>
                  <a:srgbClr val="66758A"/>
                </a:solidFill>
                <a:latin typeface="Malgun Gothic"/>
                <a:ea typeface="Malgun Gothic"/>
                <a:cs typeface="Malgun Gothic"/>
              </a:defRPr>
            </a:lvl6pPr>
            <a:lvl7pPr algn="l">
              <a:buNone/>
              <a:defRPr sz="1050" b="0">
                <a:solidFill>
                  <a:srgbClr val="66758A"/>
                </a:solidFill>
                <a:latin typeface="Malgun Gothic"/>
                <a:ea typeface="Malgun Gothic"/>
                <a:cs typeface="Malgun Gothic"/>
              </a:defRPr>
            </a:lvl7pPr>
            <a:lvl8pPr algn="l">
              <a:buNone/>
              <a:defRPr sz="1050" b="0">
                <a:solidFill>
                  <a:srgbClr val="66758A"/>
                </a:solidFill>
                <a:latin typeface="Malgun Gothic"/>
                <a:ea typeface="Malgun Gothic"/>
                <a:cs typeface="Malgun Gothic"/>
              </a:defRPr>
            </a:lvl8pPr>
            <a:lvl9pPr algn="l">
              <a:buNone/>
              <a:defRPr sz="1050" b="0">
                <a:solidFill>
                  <a:srgbClr val="66758A"/>
                </a:solidFill>
                <a:latin typeface="Malgun Gothic"/>
                <a:ea typeface="Malgun Gothic"/>
                <a:cs typeface="Malgun Gothic"/>
              </a:defRPr>
            </a:lvl9pPr>
          </a:lstStyle>
          <a:p xmlns:a="http://schemas.openxmlformats.org/drawingml/2006/main">
            <a:pPr algn="l">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FLYBY · 중력 도움</a:t>
            </a:r>
          </a:p>
        </p:txBody>
      </p:sp>
      <p:sp>
        <p:nvSpPr>
          <p:cNvPr id="4" name="10 / 18">
            <a:extLst xmlns:a="http://schemas.openxmlformats.org/drawingml/2006/main">
              <a:ext uri="{FF2B5EF4-FFF2-40B4-BE49-F238E27FC236}">
                <a16:creationId xmlns:a16="http://schemas.microsoft.com/office/drawing/2014/main" id="{AD41953D-0848-45B2-989F-2304567D31D3}"/>
              </a:ext>
            </a:extLst>
          </p:cNvPr>
          <p:cNvSpPr>
            <a:spLocks xmlns:a="http://schemas.openxmlformats.org/drawingml/2006/main" noGrp="1"/>
          </p:cNvSpPr>
          <p:nvPr/>
        </p:nvSpPr>
        <p:spPr>
          <a:xfrm xmlns:a="http://schemas.openxmlformats.org/drawingml/2006/main">
            <a:off x="10477500" y="6429375"/>
            <a:ext cx="1028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6758A"/>
                </a:solidFill>
                <a:latin typeface="Malgun Gothic"/>
                <a:ea typeface="Malgun Gothic"/>
                <a:cs typeface="Malgun Gothic"/>
              </a:defRPr>
            </a:defPPr>
            <a:lvl1pPr algn="r">
              <a:buNone/>
              <a:defRPr sz="1050" b="0">
                <a:solidFill>
                  <a:srgbClr val="66758A"/>
                </a:solidFill>
                <a:latin typeface="Malgun Gothic"/>
                <a:ea typeface="Malgun Gothic"/>
                <a:cs typeface="Malgun Gothic"/>
              </a:defRPr>
            </a:lvl1pPr>
            <a:lvl2pPr algn="r">
              <a:buNone/>
              <a:defRPr sz="1050" b="0">
                <a:solidFill>
                  <a:srgbClr val="66758A"/>
                </a:solidFill>
                <a:latin typeface="Malgun Gothic"/>
                <a:ea typeface="Malgun Gothic"/>
                <a:cs typeface="Malgun Gothic"/>
              </a:defRPr>
            </a:lvl2pPr>
            <a:lvl3pPr algn="r">
              <a:buNone/>
              <a:defRPr sz="1050" b="0">
                <a:solidFill>
                  <a:srgbClr val="66758A"/>
                </a:solidFill>
                <a:latin typeface="Malgun Gothic"/>
                <a:ea typeface="Malgun Gothic"/>
                <a:cs typeface="Malgun Gothic"/>
              </a:defRPr>
            </a:lvl3pPr>
            <a:lvl4pPr algn="r">
              <a:buNone/>
              <a:defRPr sz="1050" b="0">
                <a:solidFill>
                  <a:srgbClr val="66758A"/>
                </a:solidFill>
                <a:latin typeface="Malgun Gothic"/>
                <a:ea typeface="Malgun Gothic"/>
                <a:cs typeface="Malgun Gothic"/>
              </a:defRPr>
            </a:lvl4pPr>
            <a:lvl5pPr algn="r">
              <a:buNone/>
              <a:defRPr sz="1050" b="0">
                <a:solidFill>
                  <a:srgbClr val="66758A"/>
                </a:solidFill>
                <a:latin typeface="Malgun Gothic"/>
                <a:ea typeface="Malgun Gothic"/>
                <a:cs typeface="Malgun Gothic"/>
              </a:defRPr>
            </a:lvl5pPr>
            <a:lvl6pPr algn="r">
              <a:buNone/>
              <a:defRPr sz="1050" b="0">
                <a:solidFill>
                  <a:srgbClr val="66758A"/>
                </a:solidFill>
                <a:latin typeface="Malgun Gothic"/>
                <a:ea typeface="Malgun Gothic"/>
                <a:cs typeface="Malgun Gothic"/>
              </a:defRPr>
            </a:lvl6pPr>
            <a:lvl7pPr algn="r">
              <a:buNone/>
              <a:defRPr sz="1050" b="0">
                <a:solidFill>
                  <a:srgbClr val="66758A"/>
                </a:solidFill>
                <a:latin typeface="Malgun Gothic"/>
                <a:ea typeface="Malgun Gothic"/>
                <a:cs typeface="Malgun Gothic"/>
              </a:defRPr>
            </a:lvl7pPr>
            <a:lvl8pPr algn="r">
              <a:buNone/>
              <a:defRPr sz="1050" b="0">
                <a:solidFill>
                  <a:srgbClr val="66758A"/>
                </a:solidFill>
                <a:latin typeface="Malgun Gothic"/>
                <a:ea typeface="Malgun Gothic"/>
                <a:cs typeface="Malgun Gothic"/>
              </a:defRPr>
            </a:lvl8pPr>
            <a:lvl9pPr algn="r">
              <a:buNone/>
              <a:defRPr sz="1050" b="0">
                <a:solidFill>
                  <a:srgbClr val="66758A"/>
                </a:solidFill>
                <a:latin typeface="Malgun Gothic"/>
                <a:ea typeface="Malgun Gothic"/>
                <a:cs typeface="Malgun Gothic"/>
              </a:defRPr>
            </a:lvl9pPr>
          </a:lstStyle>
          <a:p xmlns:a="http://schemas.openxmlformats.org/drawingml/2006/main">
            <a:pPr algn="r">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06 / 10</a:t>
            </a:r>
          </a:p>
        </p:txBody>
      </p:sp>
      <p:sp>
        <p:nvSpPr>
          <p:cNvPr id="5" name="속력을 얻어&#10;비행 시간을 줄이는 경로">
            <a:extLst xmlns:a="http://schemas.openxmlformats.org/drawingml/2006/main">
              <a:ext uri="{FF2B5EF4-FFF2-40B4-BE49-F238E27FC236}">
                <a16:creationId xmlns:a16="http://schemas.microsoft.com/office/drawing/2014/main" id="{C6579A88-57F2-4130-9B63-BBB4022D8A37}"/>
              </a:ext>
            </a:extLst>
          </p:cNvPr>
          <p:cNvSpPr>
            <a:spLocks xmlns:a="http://schemas.openxmlformats.org/drawingml/2006/main" noGrp="1"/>
          </p:cNvSpPr>
          <p:nvPr/>
        </p:nvSpPr>
        <p:spPr>
          <a:xfrm xmlns:a="http://schemas.openxmlformats.org/drawingml/2006/main">
            <a:off x="685800" y="2114550"/>
            <a:ext cx="5000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E66A3"/>
                </a:solidFill>
                <a:latin typeface="Malgun Gothic"/>
                <a:ea typeface="Malgun Gothic"/>
                <a:cs typeface="Malgun Gothic"/>
              </a:defRPr>
            </a:defPPr>
            <a:lvl1pPr algn="l">
              <a:buNone/>
              <a:defRPr sz="2775" b="1">
                <a:solidFill>
                  <a:srgbClr val="2E66A3"/>
                </a:solidFill>
                <a:latin typeface="Malgun Gothic"/>
                <a:ea typeface="Malgun Gothic"/>
                <a:cs typeface="Malgun Gothic"/>
              </a:defRPr>
            </a:lvl1pPr>
            <a:lvl2pPr algn="l">
              <a:buNone/>
              <a:defRPr sz="2775" b="1">
                <a:solidFill>
                  <a:srgbClr val="2E66A3"/>
                </a:solidFill>
                <a:latin typeface="Malgun Gothic"/>
                <a:ea typeface="Malgun Gothic"/>
                <a:cs typeface="Malgun Gothic"/>
              </a:defRPr>
            </a:lvl2pPr>
            <a:lvl3pPr algn="l">
              <a:buNone/>
              <a:defRPr sz="2775" b="1">
                <a:solidFill>
                  <a:srgbClr val="2E66A3"/>
                </a:solidFill>
                <a:latin typeface="Malgun Gothic"/>
                <a:ea typeface="Malgun Gothic"/>
                <a:cs typeface="Malgun Gothic"/>
              </a:defRPr>
            </a:lvl3pPr>
            <a:lvl4pPr algn="l">
              <a:buNone/>
              <a:defRPr sz="2775" b="1">
                <a:solidFill>
                  <a:srgbClr val="2E66A3"/>
                </a:solidFill>
                <a:latin typeface="Malgun Gothic"/>
                <a:ea typeface="Malgun Gothic"/>
                <a:cs typeface="Malgun Gothic"/>
              </a:defRPr>
            </a:lvl4pPr>
            <a:lvl5pPr algn="l">
              <a:buNone/>
              <a:defRPr sz="2775" b="1">
                <a:solidFill>
                  <a:srgbClr val="2E66A3"/>
                </a:solidFill>
                <a:latin typeface="Malgun Gothic"/>
                <a:ea typeface="Malgun Gothic"/>
                <a:cs typeface="Malgun Gothic"/>
              </a:defRPr>
            </a:lvl5pPr>
            <a:lvl6pPr algn="l">
              <a:buNone/>
              <a:defRPr sz="2775" b="1">
                <a:solidFill>
                  <a:srgbClr val="2E66A3"/>
                </a:solidFill>
                <a:latin typeface="Malgun Gothic"/>
                <a:ea typeface="Malgun Gothic"/>
                <a:cs typeface="Malgun Gothic"/>
              </a:defRPr>
            </a:lvl6pPr>
            <a:lvl7pPr algn="l">
              <a:buNone/>
              <a:defRPr sz="2775" b="1">
                <a:solidFill>
                  <a:srgbClr val="2E66A3"/>
                </a:solidFill>
                <a:latin typeface="Malgun Gothic"/>
                <a:ea typeface="Malgun Gothic"/>
                <a:cs typeface="Malgun Gothic"/>
              </a:defRPr>
            </a:lvl7pPr>
            <a:lvl8pPr algn="l">
              <a:buNone/>
              <a:defRPr sz="2775" b="1">
                <a:solidFill>
                  <a:srgbClr val="2E66A3"/>
                </a:solidFill>
                <a:latin typeface="Malgun Gothic"/>
                <a:ea typeface="Malgun Gothic"/>
                <a:cs typeface="Malgun Gothic"/>
              </a:defRPr>
            </a:lvl8pPr>
            <a:lvl9pPr algn="l">
              <a:buNone/>
              <a:defRPr sz="2775" b="1">
                <a:solidFill>
                  <a:srgbClr val="2E66A3"/>
                </a:solidFill>
                <a:latin typeface="Malgun Gothic"/>
                <a:ea typeface="Malgun Gothic"/>
                <a:cs typeface="Malgun Gothic"/>
              </a:defRPr>
            </a:lvl9pPr>
          </a:lstStyle>
          <a:p xmlns:a="http://schemas.openxmlformats.org/drawingml/2006/main">
            <a:pPr algn="l">
              <a:buNone/>
              <a:defRPr sz="2775" b="1">
                <a:solidFill>
                  <a:srgbClr val="2E66A3"/>
                </a:solidFill>
                <a:latin typeface="Malgun Gothic"/>
                <a:ea typeface="Malgun Gothic"/>
                <a:cs typeface="Malgun Gothic"/>
              </a:defRPr>
            </a:pPr>
            <a:r>
              <a:rPr sz="2775" b="1">
                <a:solidFill>
                  <a:srgbClr val="2E66A3"/>
                </a:solidFill>
                <a:latin typeface="Malgun Gothic"/>
                <a:ea typeface="Malgun Gothic"/>
                <a:cs typeface="Malgun Gothic"/>
              </a:rPr>
              <a:t>속력을 높여</a:t>
            </a:r>
          </a:p>
          <a:p xmlns:a="http://schemas.openxmlformats.org/drawingml/2006/main">
            <a:pPr algn="l">
              <a:buNone/>
              <a:defRPr sz="2775" b="1">
                <a:solidFill>
                  <a:srgbClr val="2E66A3"/>
                </a:solidFill>
                <a:latin typeface="Malgun Gothic"/>
                <a:ea typeface="Malgun Gothic"/>
                <a:cs typeface="Malgun Gothic"/>
              </a:defRPr>
            </a:pPr>
            <a:r>
              <a:rPr sz="2775" b="1">
                <a:solidFill>
                  <a:srgbClr val="2E66A3"/>
                </a:solidFill>
                <a:latin typeface="Malgun Gothic"/>
                <a:ea typeface="Malgun Gothic"/>
                <a:cs typeface="Malgun Gothic"/>
              </a:rPr>
              <a:t>비행 시간을 줄이는 경로</a:t>
            </a:r>
          </a:p>
        </p:txBody>
      </p:sp>
      <p:sp>
        <p:nvSpPr>
          <p:cNvPr id="6" name="시간이 더 걸려도&#10;추진제를 아끼는 경로">
            <a:extLst xmlns:a="http://schemas.openxmlformats.org/drawingml/2006/main">
              <a:ext uri="{FF2B5EF4-FFF2-40B4-BE49-F238E27FC236}">
                <a16:creationId xmlns:a16="http://schemas.microsoft.com/office/drawing/2014/main" id="{1C5EC94E-71DE-468D-B5BE-BB93B09697B5}"/>
              </a:ext>
            </a:extLst>
          </p:cNvPr>
          <p:cNvSpPr>
            <a:spLocks xmlns:a="http://schemas.openxmlformats.org/drawingml/2006/main" noGrp="1"/>
          </p:cNvSpPr>
          <p:nvPr/>
        </p:nvSpPr>
        <p:spPr>
          <a:xfrm xmlns:a="http://schemas.openxmlformats.org/drawingml/2006/main">
            <a:off x="6543675" y="2114550"/>
            <a:ext cx="49625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E66A3"/>
                </a:solidFill>
                <a:latin typeface="Malgun Gothic"/>
                <a:ea typeface="Malgun Gothic"/>
                <a:cs typeface="Malgun Gothic"/>
              </a:defRPr>
            </a:defPPr>
            <a:lvl1pPr algn="l">
              <a:buNone/>
              <a:defRPr sz="2775" b="1">
                <a:solidFill>
                  <a:srgbClr val="2E66A3"/>
                </a:solidFill>
                <a:latin typeface="Malgun Gothic"/>
                <a:ea typeface="Malgun Gothic"/>
                <a:cs typeface="Malgun Gothic"/>
              </a:defRPr>
            </a:lvl1pPr>
            <a:lvl2pPr algn="l">
              <a:buNone/>
              <a:defRPr sz="2775" b="1">
                <a:solidFill>
                  <a:srgbClr val="2E66A3"/>
                </a:solidFill>
                <a:latin typeface="Malgun Gothic"/>
                <a:ea typeface="Malgun Gothic"/>
                <a:cs typeface="Malgun Gothic"/>
              </a:defRPr>
            </a:lvl2pPr>
            <a:lvl3pPr algn="l">
              <a:buNone/>
              <a:defRPr sz="2775" b="1">
                <a:solidFill>
                  <a:srgbClr val="2E66A3"/>
                </a:solidFill>
                <a:latin typeface="Malgun Gothic"/>
                <a:ea typeface="Malgun Gothic"/>
                <a:cs typeface="Malgun Gothic"/>
              </a:defRPr>
            </a:lvl3pPr>
            <a:lvl4pPr algn="l">
              <a:buNone/>
              <a:defRPr sz="2775" b="1">
                <a:solidFill>
                  <a:srgbClr val="2E66A3"/>
                </a:solidFill>
                <a:latin typeface="Malgun Gothic"/>
                <a:ea typeface="Malgun Gothic"/>
                <a:cs typeface="Malgun Gothic"/>
              </a:defRPr>
            </a:lvl4pPr>
            <a:lvl5pPr algn="l">
              <a:buNone/>
              <a:defRPr sz="2775" b="1">
                <a:solidFill>
                  <a:srgbClr val="2E66A3"/>
                </a:solidFill>
                <a:latin typeface="Malgun Gothic"/>
                <a:ea typeface="Malgun Gothic"/>
                <a:cs typeface="Malgun Gothic"/>
              </a:defRPr>
            </a:lvl5pPr>
            <a:lvl6pPr algn="l">
              <a:buNone/>
              <a:defRPr sz="2775" b="1">
                <a:solidFill>
                  <a:srgbClr val="2E66A3"/>
                </a:solidFill>
                <a:latin typeface="Malgun Gothic"/>
                <a:ea typeface="Malgun Gothic"/>
                <a:cs typeface="Malgun Gothic"/>
              </a:defRPr>
            </a:lvl6pPr>
            <a:lvl7pPr algn="l">
              <a:buNone/>
              <a:defRPr sz="2775" b="1">
                <a:solidFill>
                  <a:srgbClr val="2E66A3"/>
                </a:solidFill>
                <a:latin typeface="Malgun Gothic"/>
                <a:ea typeface="Malgun Gothic"/>
                <a:cs typeface="Malgun Gothic"/>
              </a:defRPr>
            </a:lvl7pPr>
            <a:lvl8pPr algn="l">
              <a:buNone/>
              <a:defRPr sz="2775" b="1">
                <a:solidFill>
                  <a:srgbClr val="2E66A3"/>
                </a:solidFill>
                <a:latin typeface="Malgun Gothic"/>
                <a:ea typeface="Malgun Gothic"/>
                <a:cs typeface="Malgun Gothic"/>
              </a:defRPr>
            </a:lvl8pPr>
            <a:lvl9pPr algn="l">
              <a:buNone/>
              <a:defRPr sz="2775" b="1">
                <a:solidFill>
                  <a:srgbClr val="2E66A3"/>
                </a:solidFill>
                <a:latin typeface="Malgun Gothic"/>
                <a:ea typeface="Malgun Gothic"/>
                <a:cs typeface="Malgun Gothic"/>
              </a:defRPr>
            </a:lvl9pPr>
          </a:lstStyle>
          <a:p xmlns:a="http://schemas.openxmlformats.org/drawingml/2006/main">
            <a:pPr algn="l">
              <a:buNone/>
              <a:defRPr sz="2775" b="1">
                <a:solidFill>
                  <a:srgbClr val="2E66A3"/>
                </a:solidFill>
                <a:latin typeface="Malgun Gothic"/>
                <a:ea typeface="Malgun Gothic"/>
                <a:cs typeface="Malgun Gothic"/>
              </a:defRPr>
            </a:pPr>
            <a:r>
              <a:rPr sz="2775" b="1">
                <a:solidFill>
                  <a:srgbClr val="2E66A3"/>
                </a:solidFill>
                <a:latin typeface="Malgun Gothic"/>
                <a:ea typeface="Malgun Gothic"/>
                <a:cs typeface="Malgun Gothic"/>
              </a:rPr>
              <a:t>시간이 더 걸려도</a:t>
            </a:r>
          </a:p>
          <a:p xmlns:a="http://schemas.openxmlformats.org/drawingml/2006/main">
            <a:pPr algn="l">
              <a:buNone/>
              <a:defRPr sz="2775" b="1">
                <a:solidFill>
                  <a:srgbClr val="2E66A3"/>
                </a:solidFill>
                <a:latin typeface="Malgun Gothic"/>
                <a:ea typeface="Malgun Gothic"/>
                <a:cs typeface="Malgun Gothic"/>
              </a:defRPr>
            </a:pPr>
            <a:r>
              <a:rPr sz="2775" b="1">
                <a:solidFill>
                  <a:srgbClr val="2E66A3"/>
                </a:solidFill>
                <a:latin typeface="Malgun Gothic"/>
                <a:ea typeface="Malgun Gothic"/>
                <a:cs typeface="Malgun Gothic"/>
              </a:rPr>
              <a:t>추진제를 아끼는 경로</a:t>
            </a:r>
          </a:p>
        </p:txBody>
      </p:sp>
      <p:sp>
        <p:nvSpPr>
          <p:cNvPr id="7" name="선택은 임무의 목표와 조건에 따라 달라짐">
            <a:extLst xmlns:a="http://schemas.openxmlformats.org/drawingml/2006/main">
              <a:ext uri="{FF2B5EF4-FFF2-40B4-BE49-F238E27FC236}">
                <a16:creationId xmlns:a16="http://schemas.microsoft.com/office/drawing/2014/main" id="{940D3957-F798-47E4-8A46-236C2FEC2C34}"/>
              </a:ext>
            </a:extLst>
          </p:cNvPr>
          <p:cNvSpPr>
            <a:spLocks xmlns:a="http://schemas.openxmlformats.org/drawingml/2006/main" noGrp="1"/>
          </p:cNvSpPr>
          <p:nvPr/>
        </p:nvSpPr>
        <p:spPr>
          <a:xfrm xmlns:a="http://schemas.openxmlformats.org/drawingml/2006/main">
            <a:off x="685800" y="4371975"/>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283F"/>
                </a:solidFill>
                <a:latin typeface="Malgun Gothic"/>
                <a:ea typeface="Malgun Gothic"/>
                <a:cs typeface="Malgun Gothic"/>
              </a:defRPr>
            </a:defPPr>
            <a:lvl1pPr algn="l">
              <a:buNone/>
              <a:defRPr sz="2700" b="1">
                <a:solidFill>
                  <a:srgbClr val="15283F"/>
                </a:solidFill>
                <a:latin typeface="Malgun Gothic"/>
                <a:ea typeface="Malgun Gothic"/>
                <a:cs typeface="Malgun Gothic"/>
              </a:defRPr>
            </a:lvl1pPr>
            <a:lvl2pPr algn="l">
              <a:buNone/>
              <a:defRPr sz="2700" b="1">
                <a:solidFill>
                  <a:srgbClr val="15283F"/>
                </a:solidFill>
                <a:latin typeface="Malgun Gothic"/>
                <a:ea typeface="Malgun Gothic"/>
                <a:cs typeface="Malgun Gothic"/>
              </a:defRPr>
            </a:lvl2pPr>
            <a:lvl3pPr algn="l">
              <a:buNone/>
              <a:defRPr sz="2700" b="1">
                <a:solidFill>
                  <a:srgbClr val="15283F"/>
                </a:solidFill>
                <a:latin typeface="Malgun Gothic"/>
                <a:ea typeface="Malgun Gothic"/>
                <a:cs typeface="Malgun Gothic"/>
              </a:defRPr>
            </a:lvl3pPr>
            <a:lvl4pPr algn="l">
              <a:buNone/>
              <a:defRPr sz="2700" b="1">
                <a:solidFill>
                  <a:srgbClr val="15283F"/>
                </a:solidFill>
                <a:latin typeface="Malgun Gothic"/>
                <a:ea typeface="Malgun Gothic"/>
                <a:cs typeface="Malgun Gothic"/>
              </a:defRPr>
            </a:lvl4pPr>
            <a:lvl5pPr algn="l">
              <a:buNone/>
              <a:defRPr sz="2700" b="1">
                <a:solidFill>
                  <a:srgbClr val="15283F"/>
                </a:solidFill>
                <a:latin typeface="Malgun Gothic"/>
                <a:ea typeface="Malgun Gothic"/>
                <a:cs typeface="Malgun Gothic"/>
              </a:defRPr>
            </a:lvl5pPr>
            <a:lvl6pPr algn="l">
              <a:buNone/>
              <a:defRPr sz="2700" b="1">
                <a:solidFill>
                  <a:srgbClr val="15283F"/>
                </a:solidFill>
                <a:latin typeface="Malgun Gothic"/>
                <a:ea typeface="Malgun Gothic"/>
                <a:cs typeface="Malgun Gothic"/>
              </a:defRPr>
            </a:lvl6pPr>
            <a:lvl7pPr algn="l">
              <a:buNone/>
              <a:defRPr sz="2700" b="1">
                <a:solidFill>
                  <a:srgbClr val="15283F"/>
                </a:solidFill>
                <a:latin typeface="Malgun Gothic"/>
                <a:ea typeface="Malgun Gothic"/>
                <a:cs typeface="Malgun Gothic"/>
              </a:defRPr>
            </a:lvl7pPr>
            <a:lvl8pPr algn="l">
              <a:buNone/>
              <a:defRPr sz="2700" b="1">
                <a:solidFill>
                  <a:srgbClr val="15283F"/>
                </a:solidFill>
                <a:latin typeface="Malgun Gothic"/>
                <a:ea typeface="Malgun Gothic"/>
                <a:cs typeface="Malgun Gothic"/>
              </a:defRPr>
            </a:lvl8pPr>
            <a:lvl9pPr algn="l">
              <a:buNone/>
              <a:defRPr sz="2700" b="1">
                <a:solidFill>
                  <a:srgbClr val="15283F"/>
                </a:solidFill>
                <a:latin typeface="Malgun Gothic"/>
                <a:ea typeface="Malgun Gothic"/>
                <a:cs typeface="Malgun Gothic"/>
              </a:defRPr>
            </a:lvl9pPr>
          </a:lstStyle>
          <a:p xmlns:a="http://schemas.openxmlformats.org/drawingml/2006/main">
            <a:pPr algn="l">
              <a:buNone/>
              <a:defRPr sz="2700" b="1">
                <a:solidFill>
                  <a:srgbClr val="15283F"/>
                </a:solidFill>
                <a:latin typeface="Malgun Gothic"/>
                <a:ea typeface="Malgun Gothic"/>
                <a:cs typeface="Malgun Gothic"/>
              </a:defRPr>
            </a:pPr>
            <a:r>
              <a:rPr sz="2700" b="1">
                <a:solidFill>
                  <a:srgbClr val="15283F"/>
                </a:solidFill>
                <a:latin typeface="Malgun Gothic"/>
                <a:ea typeface="Malgun Gothic"/>
                <a:cs typeface="Malgun Gothic"/>
              </a:rPr>
              <a:t>임무마다 알맞은 경로가 다름</a:t>
            </a:r>
          </a:p>
        </p:txBody>
      </p:sp>
    </p:spTree>
    <p:extLst>
      <p:ext uri="{BB962C8B-B14F-4D97-AF65-F5344CB8AC3E}">
        <p14:creationId xmlns:p14="http://schemas.microsoft.com/office/powerpoint/2010/main" val="4152980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05 · 경로 설계">
            <a:extLst xmlns:a="http://schemas.openxmlformats.org/drawingml/2006/main">
              <a:ext uri="{FF2B5EF4-FFF2-40B4-BE49-F238E27FC236}">
                <a16:creationId xmlns:a16="http://schemas.microsoft.com/office/drawing/2014/main" id="{9BC57A02-4479-431F-A9B3-75FA36C4901E}"/>
              </a:ext>
            </a:extLst>
          </p:cNvPr>
          <p:cNvSpPr>
            <a:spLocks xmlns:a="http://schemas.openxmlformats.org/drawingml/2006/main" noGrp="1"/>
          </p:cNvSpPr>
          <p:nvPr/>
        </p:nvSpPr>
        <p:spPr>
          <a:xfrm xmlns:a="http://schemas.openxmlformats.org/drawingml/2006/main">
            <a:off x="685800" y="4000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E66A3"/>
                </a:solidFill>
                <a:latin typeface="Malgun Gothic"/>
                <a:ea typeface="Malgun Gothic"/>
                <a:cs typeface="Malgun Gothic"/>
              </a:defRPr>
            </a:defPPr>
            <a:lvl1pPr algn="l">
              <a:buNone/>
              <a:defRPr sz="1200" b="1">
                <a:solidFill>
                  <a:srgbClr val="2E66A3"/>
                </a:solidFill>
                <a:latin typeface="Malgun Gothic"/>
                <a:ea typeface="Malgun Gothic"/>
                <a:cs typeface="Malgun Gothic"/>
              </a:defRPr>
            </a:lvl1pPr>
            <a:lvl2pPr algn="l">
              <a:buNone/>
              <a:defRPr sz="1200" b="1">
                <a:solidFill>
                  <a:srgbClr val="2E66A3"/>
                </a:solidFill>
                <a:latin typeface="Malgun Gothic"/>
                <a:ea typeface="Malgun Gothic"/>
                <a:cs typeface="Malgun Gothic"/>
              </a:defRPr>
            </a:lvl2pPr>
            <a:lvl3pPr algn="l">
              <a:buNone/>
              <a:defRPr sz="1200" b="1">
                <a:solidFill>
                  <a:srgbClr val="2E66A3"/>
                </a:solidFill>
                <a:latin typeface="Malgun Gothic"/>
                <a:ea typeface="Malgun Gothic"/>
                <a:cs typeface="Malgun Gothic"/>
              </a:defRPr>
            </a:lvl3pPr>
            <a:lvl4pPr algn="l">
              <a:buNone/>
              <a:defRPr sz="1200" b="1">
                <a:solidFill>
                  <a:srgbClr val="2E66A3"/>
                </a:solidFill>
                <a:latin typeface="Malgun Gothic"/>
                <a:ea typeface="Malgun Gothic"/>
                <a:cs typeface="Malgun Gothic"/>
              </a:defRPr>
            </a:lvl4pPr>
            <a:lvl5pPr algn="l">
              <a:buNone/>
              <a:defRPr sz="1200" b="1">
                <a:solidFill>
                  <a:srgbClr val="2E66A3"/>
                </a:solidFill>
                <a:latin typeface="Malgun Gothic"/>
                <a:ea typeface="Malgun Gothic"/>
                <a:cs typeface="Malgun Gothic"/>
              </a:defRPr>
            </a:lvl5pPr>
            <a:lvl6pPr algn="l">
              <a:buNone/>
              <a:defRPr sz="1200" b="1">
                <a:solidFill>
                  <a:srgbClr val="2E66A3"/>
                </a:solidFill>
                <a:latin typeface="Malgun Gothic"/>
                <a:ea typeface="Malgun Gothic"/>
                <a:cs typeface="Malgun Gothic"/>
              </a:defRPr>
            </a:lvl6pPr>
            <a:lvl7pPr algn="l">
              <a:buNone/>
              <a:defRPr sz="1200" b="1">
                <a:solidFill>
                  <a:srgbClr val="2E66A3"/>
                </a:solidFill>
                <a:latin typeface="Malgun Gothic"/>
                <a:ea typeface="Malgun Gothic"/>
                <a:cs typeface="Malgun Gothic"/>
              </a:defRPr>
            </a:lvl7pPr>
            <a:lvl8pPr algn="l">
              <a:buNone/>
              <a:defRPr sz="1200" b="1">
                <a:solidFill>
                  <a:srgbClr val="2E66A3"/>
                </a:solidFill>
                <a:latin typeface="Malgun Gothic"/>
                <a:ea typeface="Malgun Gothic"/>
                <a:cs typeface="Malgun Gothic"/>
              </a:defRPr>
            </a:lvl8pPr>
            <a:lvl9pPr algn="l">
              <a:buNone/>
              <a:defRPr sz="1200" b="1">
                <a:solidFill>
                  <a:srgbClr val="2E66A3"/>
                </a:solidFill>
                <a:latin typeface="Malgun Gothic"/>
                <a:ea typeface="Malgun Gothic"/>
                <a:cs typeface="Malgun Gothic"/>
              </a:defRPr>
            </a:lvl9pPr>
          </a:lstStyle>
          <a:p xmlns:a="http://schemas.openxmlformats.org/drawingml/2006/main">
            <a:pPr algn="l">
              <a:buNone/>
              <a:defRPr sz="1200" b="1">
                <a:solidFill>
                  <a:srgbClr val="2E66A3"/>
                </a:solidFill>
                <a:latin typeface="Malgun Gothic"/>
                <a:ea typeface="Malgun Gothic"/>
                <a:cs typeface="Malgun Gothic"/>
              </a:defRPr>
            </a:pPr>
            <a:r>
              <a:rPr sz="1200" b="1">
                <a:solidFill>
                  <a:srgbClr val="2E66A3"/>
                </a:solidFill>
                <a:latin typeface="Malgun Gothic"/>
                <a:ea typeface="Malgun Gothic"/>
                <a:cs typeface="Malgun Gothic"/>
              </a:rPr>
              <a:t>05 · 경로 설계</a:t>
            </a:r>
          </a:p>
        </p:txBody>
      </p:sp>
      <p:sp>
        <p:nvSpPr>
          <p:cNvPr id="2" name="slide-title">
            <a:extLst xmlns:a="http://schemas.openxmlformats.org/drawingml/2006/main">
              <a:ext uri="{FF2B5EF4-FFF2-40B4-BE49-F238E27FC236}">
                <a16:creationId xmlns:a16="http://schemas.microsoft.com/office/drawing/2014/main" id="{425CF542-EA1D-4689-A1E1-DD9AEBF4885A}"/>
              </a:ext>
            </a:extLst>
          </p:cNvPr>
          <p:cNvSpPr>
            <a:spLocks xmlns:a="http://schemas.openxmlformats.org/drawingml/2006/main" noGrp="1"/>
          </p:cNvSpPr>
          <p:nvPr/>
        </p:nvSpPr>
        <p:spPr>
          <a:xfrm xmlns:a="http://schemas.openxmlformats.org/drawingml/2006/main">
            <a:off x="685800" y="8667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83F"/>
                </a:solidFill>
                <a:latin typeface="Malgun Gothic"/>
                <a:ea typeface="Malgun Gothic"/>
                <a:cs typeface="Malgun Gothic"/>
              </a:defRPr>
            </a:defPPr>
            <a:lvl1pPr algn="l">
              <a:buNone/>
              <a:defRPr sz="3300" b="1">
                <a:solidFill>
                  <a:srgbClr val="15283F"/>
                </a:solidFill>
                <a:latin typeface="Malgun Gothic"/>
                <a:ea typeface="Malgun Gothic"/>
                <a:cs typeface="Malgun Gothic"/>
              </a:defRPr>
            </a:lvl1pPr>
            <a:lvl2pPr algn="l">
              <a:buNone/>
              <a:defRPr sz="3300" b="1">
                <a:solidFill>
                  <a:srgbClr val="15283F"/>
                </a:solidFill>
                <a:latin typeface="Malgun Gothic"/>
                <a:ea typeface="Malgun Gothic"/>
                <a:cs typeface="Malgun Gothic"/>
              </a:defRPr>
            </a:lvl2pPr>
            <a:lvl3pPr algn="l">
              <a:buNone/>
              <a:defRPr sz="3300" b="1">
                <a:solidFill>
                  <a:srgbClr val="15283F"/>
                </a:solidFill>
                <a:latin typeface="Malgun Gothic"/>
                <a:ea typeface="Malgun Gothic"/>
                <a:cs typeface="Malgun Gothic"/>
              </a:defRPr>
            </a:lvl3pPr>
            <a:lvl4pPr algn="l">
              <a:buNone/>
              <a:defRPr sz="3300" b="1">
                <a:solidFill>
                  <a:srgbClr val="15283F"/>
                </a:solidFill>
                <a:latin typeface="Malgun Gothic"/>
                <a:ea typeface="Malgun Gothic"/>
                <a:cs typeface="Malgun Gothic"/>
              </a:defRPr>
            </a:lvl4pPr>
            <a:lvl5pPr algn="l">
              <a:buNone/>
              <a:defRPr sz="3300" b="1">
                <a:solidFill>
                  <a:srgbClr val="15283F"/>
                </a:solidFill>
                <a:latin typeface="Malgun Gothic"/>
                <a:ea typeface="Malgun Gothic"/>
                <a:cs typeface="Malgun Gothic"/>
              </a:defRPr>
            </a:lvl5pPr>
            <a:lvl6pPr algn="l">
              <a:buNone/>
              <a:defRPr sz="3300" b="1">
                <a:solidFill>
                  <a:srgbClr val="15283F"/>
                </a:solidFill>
                <a:latin typeface="Malgun Gothic"/>
                <a:ea typeface="Malgun Gothic"/>
                <a:cs typeface="Malgun Gothic"/>
              </a:defRPr>
            </a:lvl6pPr>
            <a:lvl7pPr algn="l">
              <a:buNone/>
              <a:defRPr sz="3300" b="1">
                <a:solidFill>
                  <a:srgbClr val="15283F"/>
                </a:solidFill>
                <a:latin typeface="Malgun Gothic"/>
                <a:ea typeface="Malgun Gothic"/>
                <a:cs typeface="Malgun Gothic"/>
              </a:defRPr>
            </a:lvl7pPr>
            <a:lvl8pPr algn="l">
              <a:buNone/>
              <a:defRPr sz="3300" b="1">
                <a:solidFill>
                  <a:srgbClr val="15283F"/>
                </a:solidFill>
                <a:latin typeface="Malgun Gothic"/>
                <a:ea typeface="Malgun Gothic"/>
                <a:cs typeface="Malgun Gothic"/>
              </a:defRPr>
            </a:lvl8pPr>
            <a:lvl9pPr algn="l">
              <a:buNone/>
              <a:defRPr sz="3300" b="1">
                <a:solidFill>
                  <a:srgbClr val="15283F"/>
                </a:solidFill>
                <a:latin typeface="Malgun Gothic"/>
                <a:ea typeface="Malgun Gothic"/>
                <a:cs typeface="Malgun Gothic"/>
              </a:defRPr>
            </a:lvl9pPr>
          </a:lstStyle>
          <a:p xmlns:a="http://schemas.openxmlformats.org/drawingml/2006/main">
            <a:pPr algn="l">
              <a:buNone/>
              <a:defRPr sz="3300" b="1">
                <a:solidFill>
                  <a:srgbClr val="15283F"/>
                </a:solidFill>
                <a:latin typeface="Malgun Gothic"/>
                <a:ea typeface="Malgun Gothic"/>
                <a:cs typeface="Malgun Gothic"/>
              </a:defRPr>
            </a:pPr>
            <a:r>
              <a:rPr sz="3300" b="1">
                <a:solidFill>
                  <a:srgbClr val="15283F"/>
                </a:solidFill>
                <a:latin typeface="Malgun Gothic"/>
                <a:ea typeface="Malgun Gothic"/>
                <a:cs typeface="Malgun Gothic"/>
              </a:rPr>
              <a:t>방향·거리·타이밍</a:t>
            </a:r>
          </a:p>
        </p:txBody>
      </p:sp>
      <p:sp>
        <p:nvSpPr>
          <p:cNvPr id="3" name="FLYBY · 중력 도움">
            <a:extLst xmlns:a="http://schemas.openxmlformats.org/drawingml/2006/main">
              <a:ext uri="{FF2B5EF4-FFF2-40B4-BE49-F238E27FC236}">
                <a16:creationId xmlns:a16="http://schemas.microsoft.com/office/drawing/2014/main" id="{398F0005-AD01-4DAE-97CC-A58805D27280}"/>
              </a:ext>
            </a:extLst>
          </p:cNvPr>
          <p:cNvSpPr>
            <a:spLocks xmlns:a="http://schemas.openxmlformats.org/drawingml/2006/main" noGrp="1"/>
          </p:cNvSpPr>
          <p:nvPr/>
        </p:nvSpPr>
        <p:spPr>
          <a:xfrm xmlns:a="http://schemas.openxmlformats.org/drawingml/2006/main">
            <a:off x="685800" y="64293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758A"/>
                </a:solidFill>
                <a:latin typeface="Malgun Gothic"/>
                <a:ea typeface="Malgun Gothic"/>
                <a:cs typeface="Malgun Gothic"/>
              </a:defRPr>
            </a:defPPr>
            <a:lvl1pPr algn="l">
              <a:buNone/>
              <a:defRPr sz="1050" b="0">
                <a:solidFill>
                  <a:srgbClr val="66758A"/>
                </a:solidFill>
                <a:latin typeface="Malgun Gothic"/>
                <a:ea typeface="Malgun Gothic"/>
                <a:cs typeface="Malgun Gothic"/>
              </a:defRPr>
            </a:lvl1pPr>
            <a:lvl2pPr algn="l">
              <a:buNone/>
              <a:defRPr sz="1050" b="0">
                <a:solidFill>
                  <a:srgbClr val="66758A"/>
                </a:solidFill>
                <a:latin typeface="Malgun Gothic"/>
                <a:ea typeface="Malgun Gothic"/>
                <a:cs typeface="Malgun Gothic"/>
              </a:defRPr>
            </a:lvl2pPr>
            <a:lvl3pPr algn="l">
              <a:buNone/>
              <a:defRPr sz="1050" b="0">
                <a:solidFill>
                  <a:srgbClr val="66758A"/>
                </a:solidFill>
                <a:latin typeface="Malgun Gothic"/>
                <a:ea typeface="Malgun Gothic"/>
                <a:cs typeface="Malgun Gothic"/>
              </a:defRPr>
            </a:lvl3pPr>
            <a:lvl4pPr algn="l">
              <a:buNone/>
              <a:defRPr sz="1050" b="0">
                <a:solidFill>
                  <a:srgbClr val="66758A"/>
                </a:solidFill>
                <a:latin typeface="Malgun Gothic"/>
                <a:ea typeface="Malgun Gothic"/>
                <a:cs typeface="Malgun Gothic"/>
              </a:defRPr>
            </a:lvl4pPr>
            <a:lvl5pPr algn="l">
              <a:buNone/>
              <a:defRPr sz="1050" b="0">
                <a:solidFill>
                  <a:srgbClr val="66758A"/>
                </a:solidFill>
                <a:latin typeface="Malgun Gothic"/>
                <a:ea typeface="Malgun Gothic"/>
                <a:cs typeface="Malgun Gothic"/>
              </a:defRPr>
            </a:lvl5pPr>
            <a:lvl6pPr algn="l">
              <a:buNone/>
              <a:defRPr sz="1050" b="0">
                <a:solidFill>
                  <a:srgbClr val="66758A"/>
                </a:solidFill>
                <a:latin typeface="Malgun Gothic"/>
                <a:ea typeface="Malgun Gothic"/>
                <a:cs typeface="Malgun Gothic"/>
              </a:defRPr>
            </a:lvl6pPr>
            <a:lvl7pPr algn="l">
              <a:buNone/>
              <a:defRPr sz="1050" b="0">
                <a:solidFill>
                  <a:srgbClr val="66758A"/>
                </a:solidFill>
                <a:latin typeface="Malgun Gothic"/>
                <a:ea typeface="Malgun Gothic"/>
                <a:cs typeface="Malgun Gothic"/>
              </a:defRPr>
            </a:lvl7pPr>
            <a:lvl8pPr algn="l">
              <a:buNone/>
              <a:defRPr sz="1050" b="0">
                <a:solidFill>
                  <a:srgbClr val="66758A"/>
                </a:solidFill>
                <a:latin typeface="Malgun Gothic"/>
                <a:ea typeface="Malgun Gothic"/>
                <a:cs typeface="Malgun Gothic"/>
              </a:defRPr>
            </a:lvl8pPr>
            <a:lvl9pPr algn="l">
              <a:buNone/>
              <a:defRPr sz="1050" b="0">
                <a:solidFill>
                  <a:srgbClr val="66758A"/>
                </a:solidFill>
                <a:latin typeface="Malgun Gothic"/>
                <a:ea typeface="Malgun Gothic"/>
                <a:cs typeface="Malgun Gothic"/>
              </a:defRPr>
            </a:lvl9pPr>
          </a:lstStyle>
          <a:p xmlns:a="http://schemas.openxmlformats.org/drawingml/2006/main">
            <a:pPr algn="l">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FLYBY · 중력 도움</a:t>
            </a:r>
          </a:p>
        </p:txBody>
      </p:sp>
      <p:sp>
        <p:nvSpPr>
          <p:cNvPr id="4" name="11 / 18">
            <a:extLst xmlns:a="http://schemas.openxmlformats.org/drawingml/2006/main">
              <a:ext uri="{FF2B5EF4-FFF2-40B4-BE49-F238E27FC236}">
                <a16:creationId xmlns:a16="http://schemas.microsoft.com/office/drawing/2014/main" id="{921AF2D2-F521-4E03-ADAB-1C6D35971577}"/>
              </a:ext>
            </a:extLst>
          </p:cNvPr>
          <p:cNvSpPr>
            <a:spLocks xmlns:a="http://schemas.openxmlformats.org/drawingml/2006/main" noGrp="1"/>
          </p:cNvSpPr>
          <p:nvPr/>
        </p:nvSpPr>
        <p:spPr>
          <a:xfrm xmlns:a="http://schemas.openxmlformats.org/drawingml/2006/main">
            <a:off x="10477500" y="6429375"/>
            <a:ext cx="1028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6758A"/>
                </a:solidFill>
                <a:latin typeface="Malgun Gothic"/>
                <a:ea typeface="Malgun Gothic"/>
                <a:cs typeface="Malgun Gothic"/>
              </a:defRPr>
            </a:defPPr>
            <a:lvl1pPr algn="r">
              <a:buNone/>
              <a:defRPr sz="1050" b="0">
                <a:solidFill>
                  <a:srgbClr val="66758A"/>
                </a:solidFill>
                <a:latin typeface="Malgun Gothic"/>
                <a:ea typeface="Malgun Gothic"/>
                <a:cs typeface="Malgun Gothic"/>
              </a:defRPr>
            </a:lvl1pPr>
            <a:lvl2pPr algn="r">
              <a:buNone/>
              <a:defRPr sz="1050" b="0">
                <a:solidFill>
                  <a:srgbClr val="66758A"/>
                </a:solidFill>
                <a:latin typeface="Malgun Gothic"/>
                <a:ea typeface="Malgun Gothic"/>
                <a:cs typeface="Malgun Gothic"/>
              </a:defRPr>
            </a:lvl2pPr>
            <a:lvl3pPr algn="r">
              <a:buNone/>
              <a:defRPr sz="1050" b="0">
                <a:solidFill>
                  <a:srgbClr val="66758A"/>
                </a:solidFill>
                <a:latin typeface="Malgun Gothic"/>
                <a:ea typeface="Malgun Gothic"/>
                <a:cs typeface="Malgun Gothic"/>
              </a:defRPr>
            </a:lvl3pPr>
            <a:lvl4pPr algn="r">
              <a:buNone/>
              <a:defRPr sz="1050" b="0">
                <a:solidFill>
                  <a:srgbClr val="66758A"/>
                </a:solidFill>
                <a:latin typeface="Malgun Gothic"/>
                <a:ea typeface="Malgun Gothic"/>
                <a:cs typeface="Malgun Gothic"/>
              </a:defRPr>
            </a:lvl4pPr>
            <a:lvl5pPr algn="r">
              <a:buNone/>
              <a:defRPr sz="1050" b="0">
                <a:solidFill>
                  <a:srgbClr val="66758A"/>
                </a:solidFill>
                <a:latin typeface="Malgun Gothic"/>
                <a:ea typeface="Malgun Gothic"/>
                <a:cs typeface="Malgun Gothic"/>
              </a:defRPr>
            </a:lvl5pPr>
            <a:lvl6pPr algn="r">
              <a:buNone/>
              <a:defRPr sz="1050" b="0">
                <a:solidFill>
                  <a:srgbClr val="66758A"/>
                </a:solidFill>
                <a:latin typeface="Malgun Gothic"/>
                <a:ea typeface="Malgun Gothic"/>
                <a:cs typeface="Malgun Gothic"/>
              </a:defRPr>
            </a:lvl6pPr>
            <a:lvl7pPr algn="r">
              <a:buNone/>
              <a:defRPr sz="1050" b="0">
                <a:solidFill>
                  <a:srgbClr val="66758A"/>
                </a:solidFill>
                <a:latin typeface="Malgun Gothic"/>
                <a:ea typeface="Malgun Gothic"/>
                <a:cs typeface="Malgun Gothic"/>
              </a:defRPr>
            </a:lvl7pPr>
            <a:lvl8pPr algn="r">
              <a:buNone/>
              <a:defRPr sz="1050" b="0">
                <a:solidFill>
                  <a:srgbClr val="66758A"/>
                </a:solidFill>
                <a:latin typeface="Malgun Gothic"/>
                <a:ea typeface="Malgun Gothic"/>
                <a:cs typeface="Malgun Gothic"/>
              </a:defRPr>
            </a:lvl8pPr>
            <a:lvl9pPr algn="r">
              <a:buNone/>
              <a:defRPr sz="1050" b="0">
                <a:solidFill>
                  <a:srgbClr val="66758A"/>
                </a:solidFill>
                <a:latin typeface="Malgun Gothic"/>
                <a:ea typeface="Malgun Gothic"/>
                <a:cs typeface="Malgun Gothic"/>
              </a:defRPr>
            </a:lvl9pPr>
          </a:lstStyle>
          <a:p xmlns:a="http://schemas.openxmlformats.org/drawingml/2006/main">
            <a:pPr algn="r">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07 / 10</a:t>
            </a:r>
          </a:p>
        </p:txBody>
      </p:sp>
      <p:sp>
        <p:nvSpPr>
          <p:cNvPr id="13" name="방향">
            <a:extLst xmlns:a="http://schemas.openxmlformats.org/drawingml/2006/main">
              <a:ext uri="{FF2B5EF4-FFF2-40B4-BE49-F238E27FC236}">
                <a16:creationId xmlns:a16="http://schemas.microsoft.com/office/drawing/2014/main" id="{A850E425-0306-4BAA-A7CD-10DD5893217C}"/>
              </a:ext>
            </a:extLst>
          </p:cNvPr>
          <p:cNvSpPr>
            <a:spLocks xmlns:a="http://schemas.openxmlformats.org/drawingml/2006/main" noGrp="1"/>
          </p:cNvSpPr>
          <p:nvPr/>
        </p:nvSpPr>
        <p:spPr>
          <a:xfrm xmlns:a="http://schemas.openxmlformats.org/drawingml/2006/main">
            <a:off x="685800" y="2143125"/>
            <a:ext cx="2476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E66A3"/>
                </a:solidFill>
                <a:latin typeface="Malgun Gothic"/>
                <a:ea typeface="Malgun Gothic"/>
                <a:cs typeface="Malgun Gothic"/>
              </a:defRPr>
            </a:defPPr>
            <a:lvl1pPr algn="l">
              <a:defRPr sz="2400" b="1">
                <a:solidFill>
                  <a:srgbClr val="2E66A3"/>
                </a:solidFill>
                <a:latin typeface="Malgun Gothic"/>
                <a:ea typeface="Malgun Gothic"/>
                <a:cs typeface="Malgun Gothic"/>
              </a:defRPr>
            </a:lvl1pPr>
            <a:lvl2pPr algn="l">
              <a:defRPr sz="2400" b="1">
                <a:solidFill>
                  <a:srgbClr val="2E66A3"/>
                </a:solidFill>
                <a:latin typeface="Malgun Gothic"/>
                <a:ea typeface="Malgun Gothic"/>
                <a:cs typeface="Malgun Gothic"/>
              </a:defRPr>
            </a:lvl2pPr>
            <a:lvl3pPr algn="l">
              <a:defRPr sz="2400" b="1">
                <a:solidFill>
                  <a:srgbClr val="2E66A3"/>
                </a:solidFill>
                <a:latin typeface="Malgun Gothic"/>
                <a:ea typeface="Malgun Gothic"/>
                <a:cs typeface="Malgun Gothic"/>
              </a:defRPr>
            </a:lvl3pPr>
            <a:lvl4pPr algn="l">
              <a:defRPr sz="2400" b="1">
                <a:solidFill>
                  <a:srgbClr val="2E66A3"/>
                </a:solidFill>
                <a:latin typeface="Malgun Gothic"/>
                <a:ea typeface="Malgun Gothic"/>
                <a:cs typeface="Malgun Gothic"/>
              </a:defRPr>
            </a:lvl4pPr>
            <a:lvl5pPr algn="l">
              <a:defRPr sz="2400" b="1">
                <a:solidFill>
                  <a:srgbClr val="2E66A3"/>
                </a:solidFill>
                <a:latin typeface="Malgun Gothic"/>
                <a:ea typeface="Malgun Gothic"/>
                <a:cs typeface="Malgun Gothic"/>
              </a:defRPr>
            </a:lvl5pPr>
            <a:lvl6pPr algn="l">
              <a:defRPr sz="2400" b="1">
                <a:solidFill>
                  <a:srgbClr val="2E66A3"/>
                </a:solidFill>
                <a:latin typeface="Malgun Gothic"/>
                <a:ea typeface="Malgun Gothic"/>
                <a:cs typeface="Malgun Gothic"/>
              </a:defRPr>
            </a:lvl6pPr>
            <a:lvl7pPr algn="l">
              <a:defRPr sz="2400" b="1">
                <a:solidFill>
                  <a:srgbClr val="2E66A3"/>
                </a:solidFill>
                <a:latin typeface="Malgun Gothic"/>
                <a:ea typeface="Malgun Gothic"/>
                <a:cs typeface="Malgun Gothic"/>
              </a:defRPr>
            </a:lvl7pPr>
            <a:lvl8pPr algn="l">
              <a:defRPr sz="2400" b="1">
                <a:solidFill>
                  <a:srgbClr val="2E66A3"/>
                </a:solidFill>
                <a:latin typeface="Malgun Gothic"/>
                <a:ea typeface="Malgun Gothic"/>
                <a:cs typeface="Malgun Gothic"/>
              </a:defRPr>
            </a:lvl8pPr>
            <a:lvl9pPr algn="l">
              <a:defRPr sz="2400" b="1">
                <a:solidFill>
                  <a:srgbClr val="2E66A3"/>
                </a:solidFill>
                <a:latin typeface="Malgun Gothic"/>
                <a:ea typeface="Malgun Gothic"/>
                <a:cs typeface="Malgun Gothic"/>
              </a:defRPr>
            </a:lvl9pPr>
          </a:lstStyle>
          <a:p xmlns:a="http://schemas.openxmlformats.org/drawingml/2006/main">
            <a:pPr algn="l">
              <a:defRPr sz="2400" b="1">
                <a:solidFill>
                  <a:srgbClr val="2E66A3"/>
                </a:solidFill>
                <a:latin typeface="Malgun Gothic"/>
                <a:ea typeface="Malgun Gothic"/>
                <a:cs typeface="Malgun Gothic"/>
              </a:defRPr>
            </a:pPr>
            <a:r>
              <a:rPr sz="2400" b="1">
                <a:solidFill>
                  <a:srgbClr val="2E66A3"/>
                </a:solidFill>
                <a:latin typeface="Malgun Gothic"/>
                <a:ea typeface="Malgun Gothic"/>
                <a:cs typeface="Malgun Gothic"/>
              </a:rPr>
              <a:t>방향</a:t>
            </a:r>
          </a:p>
        </p:txBody>
      </p:sp>
      <p:sp>
        <p:nvSpPr>
          <p:cNvPr id="14" name="행성의 어느 쪽을 지나는가">
            <a:extLst xmlns:a="http://schemas.openxmlformats.org/drawingml/2006/main">
              <a:ext uri="{FF2B5EF4-FFF2-40B4-BE49-F238E27FC236}">
                <a16:creationId xmlns:a16="http://schemas.microsoft.com/office/drawing/2014/main" id="{1F7F6345-3868-4465-B9FC-B1B988049E8C}"/>
              </a:ext>
            </a:extLst>
          </p:cNvPr>
          <p:cNvSpPr>
            <a:spLocks xmlns:a="http://schemas.openxmlformats.org/drawingml/2006/main" noGrp="1"/>
          </p:cNvSpPr>
          <p:nvPr/>
        </p:nvSpPr>
        <p:spPr>
          <a:xfrm xmlns:a="http://schemas.openxmlformats.org/drawingml/2006/main">
            <a:off x="3381375" y="2181225"/>
            <a:ext cx="81248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D3048"/>
                </a:solidFill>
                <a:latin typeface="Malgun Gothic"/>
                <a:ea typeface="Malgun Gothic"/>
                <a:cs typeface="Malgun Gothic"/>
              </a:defRPr>
            </a:defPPr>
            <a:lvl1pPr algn="l">
              <a:defRPr sz="2175" b="0">
                <a:solidFill>
                  <a:srgbClr val="1D3048"/>
                </a:solidFill>
                <a:latin typeface="Malgun Gothic"/>
                <a:ea typeface="Malgun Gothic"/>
                <a:cs typeface="Malgun Gothic"/>
              </a:defRPr>
            </a:lvl1pPr>
            <a:lvl2pPr algn="l">
              <a:defRPr sz="2175" b="0">
                <a:solidFill>
                  <a:srgbClr val="1D3048"/>
                </a:solidFill>
                <a:latin typeface="Malgun Gothic"/>
                <a:ea typeface="Malgun Gothic"/>
                <a:cs typeface="Malgun Gothic"/>
              </a:defRPr>
            </a:lvl2pPr>
            <a:lvl3pPr algn="l">
              <a:defRPr sz="2175" b="0">
                <a:solidFill>
                  <a:srgbClr val="1D3048"/>
                </a:solidFill>
                <a:latin typeface="Malgun Gothic"/>
                <a:ea typeface="Malgun Gothic"/>
                <a:cs typeface="Malgun Gothic"/>
              </a:defRPr>
            </a:lvl3pPr>
            <a:lvl4pPr algn="l">
              <a:defRPr sz="2175" b="0">
                <a:solidFill>
                  <a:srgbClr val="1D3048"/>
                </a:solidFill>
                <a:latin typeface="Malgun Gothic"/>
                <a:ea typeface="Malgun Gothic"/>
                <a:cs typeface="Malgun Gothic"/>
              </a:defRPr>
            </a:lvl4pPr>
            <a:lvl5pPr algn="l">
              <a:defRPr sz="2175" b="0">
                <a:solidFill>
                  <a:srgbClr val="1D3048"/>
                </a:solidFill>
                <a:latin typeface="Malgun Gothic"/>
                <a:ea typeface="Malgun Gothic"/>
                <a:cs typeface="Malgun Gothic"/>
              </a:defRPr>
            </a:lvl5pPr>
            <a:lvl6pPr algn="l">
              <a:defRPr sz="2175" b="0">
                <a:solidFill>
                  <a:srgbClr val="1D3048"/>
                </a:solidFill>
                <a:latin typeface="Malgun Gothic"/>
                <a:ea typeface="Malgun Gothic"/>
                <a:cs typeface="Malgun Gothic"/>
              </a:defRPr>
            </a:lvl6pPr>
            <a:lvl7pPr algn="l">
              <a:defRPr sz="2175" b="0">
                <a:solidFill>
                  <a:srgbClr val="1D3048"/>
                </a:solidFill>
                <a:latin typeface="Malgun Gothic"/>
                <a:ea typeface="Malgun Gothic"/>
                <a:cs typeface="Malgun Gothic"/>
              </a:defRPr>
            </a:lvl7pPr>
            <a:lvl8pPr algn="l">
              <a:defRPr sz="2175" b="0">
                <a:solidFill>
                  <a:srgbClr val="1D3048"/>
                </a:solidFill>
                <a:latin typeface="Malgun Gothic"/>
                <a:ea typeface="Malgun Gothic"/>
                <a:cs typeface="Malgun Gothic"/>
              </a:defRPr>
            </a:lvl8pPr>
            <a:lvl9pPr algn="l">
              <a:defRPr sz="2175" b="0">
                <a:solidFill>
                  <a:srgbClr val="1D3048"/>
                </a:solidFill>
                <a:latin typeface="Malgun Gothic"/>
                <a:ea typeface="Malgun Gothic"/>
                <a:cs typeface="Malgun Gothic"/>
              </a:defRPr>
            </a:lvl9pPr>
          </a:lstStyle>
          <a:p xmlns:a="http://schemas.openxmlformats.org/drawingml/2006/main">
            <a:pPr algn="l">
              <a:defRPr sz="2175" b="0">
                <a:solidFill>
                  <a:srgbClr val="1D3048"/>
                </a:solidFill>
                <a:latin typeface="Malgun Gothic"/>
                <a:ea typeface="Malgun Gothic"/>
                <a:cs typeface="Malgun Gothic"/>
              </a:defRPr>
            </a:pPr>
            <a:r>
              <a:rPr sz="2175" b="0">
                <a:solidFill>
                  <a:srgbClr val="1D3048"/>
                </a:solidFill>
                <a:latin typeface="Malgun Gothic"/>
                <a:ea typeface="Malgun Gothic"/>
                <a:cs typeface="Malgun Gothic"/>
              </a:rPr>
              <a:t>행성의 어느 쪽을 지나는가</a:t>
            </a:r>
          </a:p>
        </p:txBody>
      </p:sp>
      <p:sp>
        <p:nvSpPr>
          <p:cNvPr id="15" name="거리">
            <a:extLst xmlns:a="http://schemas.openxmlformats.org/drawingml/2006/main">
              <a:ext uri="{FF2B5EF4-FFF2-40B4-BE49-F238E27FC236}">
                <a16:creationId xmlns:a16="http://schemas.microsoft.com/office/drawing/2014/main" id="{155521A7-2092-4784-9DFD-30B9EF6D30CC}"/>
              </a:ext>
            </a:extLst>
          </p:cNvPr>
          <p:cNvSpPr>
            <a:spLocks xmlns:a="http://schemas.openxmlformats.org/drawingml/2006/main" noGrp="1"/>
          </p:cNvSpPr>
          <p:nvPr/>
        </p:nvSpPr>
        <p:spPr>
          <a:xfrm xmlns:a="http://schemas.openxmlformats.org/drawingml/2006/main">
            <a:off x="685800" y="3400425"/>
            <a:ext cx="2476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E66A3"/>
                </a:solidFill>
                <a:latin typeface="Malgun Gothic"/>
                <a:ea typeface="Malgun Gothic"/>
                <a:cs typeface="Malgun Gothic"/>
              </a:defRPr>
            </a:defPPr>
            <a:lvl1pPr algn="l">
              <a:defRPr sz="2400" b="1">
                <a:solidFill>
                  <a:srgbClr val="2E66A3"/>
                </a:solidFill>
                <a:latin typeface="Malgun Gothic"/>
                <a:ea typeface="Malgun Gothic"/>
                <a:cs typeface="Malgun Gothic"/>
              </a:defRPr>
            </a:lvl1pPr>
            <a:lvl2pPr algn="l">
              <a:defRPr sz="2400" b="1">
                <a:solidFill>
                  <a:srgbClr val="2E66A3"/>
                </a:solidFill>
                <a:latin typeface="Malgun Gothic"/>
                <a:ea typeface="Malgun Gothic"/>
                <a:cs typeface="Malgun Gothic"/>
              </a:defRPr>
            </a:lvl2pPr>
            <a:lvl3pPr algn="l">
              <a:defRPr sz="2400" b="1">
                <a:solidFill>
                  <a:srgbClr val="2E66A3"/>
                </a:solidFill>
                <a:latin typeface="Malgun Gothic"/>
                <a:ea typeface="Malgun Gothic"/>
                <a:cs typeface="Malgun Gothic"/>
              </a:defRPr>
            </a:lvl3pPr>
            <a:lvl4pPr algn="l">
              <a:defRPr sz="2400" b="1">
                <a:solidFill>
                  <a:srgbClr val="2E66A3"/>
                </a:solidFill>
                <a:latin typeface="Malgun Gothic"/>
                <a:ea typeface="Malgun Gothic"/>
                <a:cs typeface="Malgun Gothic"/>
              </a:defRPr>
            </a:lvl4pPr>
            <a:lvl5pPr algn="l">
              <a:defRPr sz="2400" b="1">
                <a:solidFill>
                  <a:srgbClr val="2E66A3"/>
                </a:solidFill>
                <a:latin typeface="Malgun Gothic"/>
                <a:ea typeface="Malgun Gothic"/>
                <a:cs typeface="Malgun Gothic"/>
              </a:defRPr>
            </a:lvl5pPr>
            <a:lvl6pPr algn="l">
              <a:defRPr sz="2400" b="1">
                <a:solidFill>
                  <a:srgbClr val="2E66A3"/>
                </a:solidFill>
                <a:latin typeface="Malgun Gothic"/>
                <a:ea typeface="Malgun Gothic"/>
                <a:cs typeface="Malgun Gothic"/>
              </a:defRPr>
            </a:lvl6pPr>
            <a:lvl7pPr algn="l">
              <a:defRPr sz="2400" b="1">
                <a:solidFill>
                  <a:srgbClr val="2E66A3"/>
                </a:solidFill>
                <a:latin typeface="Malgun Gothic"/>
                <a:ea typeface="Malgun Gothic"/>
                <a:cs typeface="Malgun Gothic"/>
              </a:defRPr>
            </a:lvl7pPr>
            <a:lvl8pPr algn="l">
              <a:defRPr sz="2400" b="1">
                <a:solidFill>
                  <a:srgbClr val="2E66A3"/>
                </a:solidFill>
                <a:latin typeface="Malgun Gothic"/>
                <a:ea typeface="Malgun Gothic"/>
                <a:cs typeface="Malgun Gothic"/>
              </a:defRPr>
            </a:lvl8pPr>
            <a:lvl9pPr algn="l">
              <a:defRPr sz="2400" b="1">
                <a:solidFill>
                  <a:srgbClr val="2E66A3"/>
                </a:solidFill>
                <a:latin typeface="Malgun Gothic"/>
                <a:ea typeface="Malgun Gothic"/>
                <a:cs typeface="Malgun Gothic"/>
              </a:defRPr>
            </a:lvl9pPr>
          </a:lstStyle>
          <a:p xmlns:a="http://schemas.openxmlformats.org/drawingml/2006/main">
            <a:pPr algn="l">
              <a:defRPr sz="2400" b="1">
                <a:solidFill>
                  <a:srgbClr val="2E66A3"/>
                </a:solidFill>
                <a:latin typeface="Malgun Gothic"/>
                <a:ea typeface="Malgun Gothic"/>
                <a:cs typeface="Malgun Gothic"/>
              </a:defRPr>
            </a:pPr>
            <a:r>
              <a:rPr sz="2400" b="1">
                <a:solidFill>
                  <a:srgbClr val="2E66A3"/>
                </a:solidFill>
                <a:latin typeface="Malgun Gothic"/>
                <a:ea typeface="Malgun Gothic"/>
                <a:cs typeface="Malgun Gothic"/>
              </a:rPr>
              <a:t>거리</a:t>
            </a:r>
          </a:p>
        </p:txBody>
      </p:sp>
      <p:sp>
        <p:nvSpPr>
          <p:cNvPr id="16" name="행성에 얼마나 가까이 가는가">
            <a:extLst xmlns:a="http://schemas.openxmlformats.org/drawingml/2006/main">
              <a:ext uri="{FF2B5EF4-FFF2-40B4-BE49-F238E27FC236}">
                <a16:creationId xmlns:a16="http://schemas.microsoft.com/office/drawing/2014/main" id="{B99E7716-542A-458C-BB22-0D941CFCDB55}"/>
              </a:ext>
            </a:extLst>
          </p:cNvPr>
          <p:cNvSpPr>
            <a:spLocks xmlns:a="http://schemas.openxmlformats.org/drawingml/2006/main" noGrp="1"/>
          </p:cNvSpPr>
          <p:nvPr/>
        </p:nvSpPr>
        <p:spPr>
          <a:xfrm xmlns:a="http://schemas.openxmlformats.org/drawingml/2006/main">
            <a:off x="3381375" y="3438525"/>
            <a:ext cx="81248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D3048"/>
                </a:solidFill>
                <a:latin typeface="Malgun Gothic"/>
                <a:ea typeface="Malgun Gothic"/>
                <a:cs typeface="Malgun Gothic"/>
              </a:defRPr>
            </a:defPPr>
            <a:lvl1pPr algn="l">
              <a:defRPr sz="2175" b="0">
                <a:solidFill>
                  <a:srgbClr val="1D3048"/>
                </a:solidFill>
                <a:latin typeface="Malgun Gothic"/>
                <a:ea typeface="Malgun Gothic"/>
                <a:cs typeface="Malgun Gothic"/>
              </a:defRPr>
            </a:lvl1pPr>
            <a:lvl2pPr algn="l">
              <a:defRPr sz="2175" b="0">
                <a:solidFill>
                  <a:srgbClr val="1D3048"/>
                </a:solidFill>
                <a:latin typeface="Malgun Gothic"/>
                <a:ea typeface="Malgun Gothic"/>
                <a:cs typeface="Malgun Gothic"/>
              </a:defRPr>
            </a:lvl2pPr>
            <a:lvl3pPr algn="l">
              <a:defRPr sz="2175" b="0">
                <a:solidFill>
                  <a:srgbClr val="1D3048"/>
                </a:solidFill>
                <a:latin typeface="Malgun Gothic"/>
                <a:ea typeface="Malgun Gothic"/>
                <a:cs typeface="Malgun Gothic"/>
              </a:defRPr>
            </a:lvl3pPr>
            <a:lvl4pPr algn="l">
              <a:defRPr sz="2175" b="0">
                <a:solidFill>
                  <a:srgbClr val="1D3048"/>
                </a:solidFill>
                <a:latin typeface="Malgun Gothic"/>
                <a:ea typeface="Malgun Gothic"/>
                <a:cs typeface="Malgun Gothic"/>
              </a:defRPr>
            </a:lvl4pPr>
            <a:lvl5pPr algn="l">
              <a:defRPr sz="2175" b="0">
                <a:solidFill>
                  <a:srgbClr val="1D3048"/>
                </a:solidFill>
                <a:latin typeface="Malgun Gothic"/>
                <a:ea typeface="Malgun Gothic"/>
                <a:cs typeface="Malgun Gothic"/>
              </a:defRPr>
            </a:lvl5pPr>
            <a:lvl6pPr algn="l">
              <a:defRPr sz="2175" b="0">
                <a:solidFill>
                  <a:srgbClr val="1D3048"/>
                </a:solidFill>
                <a:latin typeface="Malgun Gothic"/>
                <a:ea typeface="Malgun Gothic"/>
                <a:cs typeface="Malgun Gothic"/>
              </a:defRPr>
            </a:lvl6pPr>
            <a:lvl7pPr algn="l">
              <a:defRPr sz="2175" b="0">
                <a:solidFill>
                  <a:srgbClr val="1D3048"/>
                </a:solidFill>
                <a:latin typeface="Malgun Gothic"/>
                <a:ea typeface="Malgun Gothic"/>
                <a:cs typeface="Malgun Gothic"/>
              </a:defRPr>
            </a:lvl7pPr>
            <a:lvl8pPr algn="l">
              <a:defRPr sz="2175" b="0">
                <a:solidFill>
                  <a:srgbClr val="1D3048"/>
                </a:solidFill>
                <a:latin typeface="Malgun Gothic"/>
                <a:ea typeface="Malgun Gothic"/>
                <a:cs typeface="Malgun Gothic"/>
              </a:defRPr>
            </a:lvl8pPr>
            <a:lvl9pPr algn="l">
              <a:defRPr sz="2175" b="0">
                <a:solidFill>
                  <a:srgbClr val="1D3048"/>
                </a:solidFill>
                <a:latin typeface="Malgun Gothic"/>
                <a:ea typeface="Malgun Gothic"/>
                <a:cs typeface="Malgun Gothic"/>
              </a:defRPr>
            </a:lvl9pPr>
          </a:lstStyle>
          <a:p xmlns:a="http://schemas.openxmlformats.org/drawingml/2006/main">
            <a:pPr algn="l">
              <a:defRPr sz="2175" b="0">
                <a:solidFill>
                  <a:srgbClr val="1D3048"/>
                </a:solidFill>
                <a:latin typeface="Malgun Gothic"/>
                <a:ea typeface="Malgun Gothic"/>
                <a:cs typeface="Malgun Gothic"/>
              </a:defRPr>
            </a:pPr>
            <a:r>
              <a:rPr sz="2175" b="0">
                <a:solidFill>
                  <a:srgbClr val="1D3048"/>
                </a:solidFill>
                <a:latin typeface="Malgun Gothic"/>
                <a:ea typeface="Malgun Gothic"/>
                <a:cs typeface="Malgun Gothic"/>
              </a:rPr>
              <a:t>행성에 얼마나 가까이 가는가</a:t>
            </a:r>
          </a:p>
        </p:txBody>
      </p:sp>
      <p:sp>
        <p:nvSpPr>
          <p:cNvPr id="17" name="타이밍">
            <a:extLst xmlns:a="http://schemas.openxmlformats.org/drawingml/2006/main">
              <a:ext uri="{FF2B5EF4-FFF2-40B4-BE49-F238E27FC236}">
                <a16:creationId xmlns:a16="http://schemas.microsoft.com/office/drawing/2014/main" id="{CC2EC7A6-34F6-4C43-8EEE-C6045715584B}"/>
              </a:ext>
            </a:extLst>
          </p:cNvPr>
          <p:cNvSpPr>
            <a:spLocks xmlns:a="http://schemas.openxmlformats.org/drawingml/2006/main" noGrp="1"/>
          </p:cNvSpPr>
          <p:nvPr/>
        </p:nvSpPr>
        <p:spPr>
          <a:xfrm xmlns:a="http://schemas.openxmlformats.org/drawingml/2006/main">
            <a:off x="685800" y="4657725"/>
            <a:ext cx="2476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E66A3"/>
                </a:solidFill>
                <a:latin typeface="Malgun Gothic"/>
                <a:ea typeface="Malgun Gothic"/>
                <a:cs typeface="Malgun Gothic"/>
              </a:defRPr>
            </a:defPPr>
            <a:lvl1pPr algn="l">
              <a:defRPr sz="2400" b="1">
                <a:solidFill>
                  <a:srgbClr val="2E66A3"/>
                </a:solidFill>
                <a:latin typeface="Malgun Gothic"/>
                <a:ea typeface="Malgun Gothic"/>
                <a:cs typeface="Malgun Gothic"/>
              </a:defRPr>
            </a:lvl1pPr>
            <a:lvl2pPr algn="l">
              <a:defRPr sz="2400" b="1">
                <a:solidFill>
                  <a:srgbClr val="2E66A3"/>
                </a:solidFill>
                <a:latin typeface="Malgun Gothic"/>
                <a:ea typeface="Malgun Gothic"/>
                <a:cs typeface="Malgun Gothic"/>
              </a:defRPr>
            </a:lvl2pPr>
            <a:lvl3pPr algn="l">
              <a:defRPr sz="2400" b="1">
                <a:solidFill>
                  <a:srgbClr val="2E66A3"/>
                </a:solidFill>
                <a:latin typeface="Malgun Gothic"/>
                <a:ea typeface="Malgun Gothic"/>
                <a:cs typeface="Malgun Gothic"/>
              </a:defRPr>
            </a:lvl3pPr>
            <a:lvl4pPr algn="l">
              <a:defRPr sz="2400" b="1">
                <a:solidFill>
                  <a:srgbClr val="2E66A3"/>
                </a:solidFill>
                <a:latin typeface="Malgun Gothic"/>
                <a:ea typeface="Malgun Gothic"/>
                <a:cs typeface="Malgun Gothic"/>
              </a:defRPr>
            </a:lvl4pPr>
            <a:lvl5pPr algn="l">
              <a:defRPr sz="2400" b="1">
                <a:solidFill>
                  <a:srgbClr val="2E66A3"/>
                </a:solidFill>
                <a:latin typeface="Malgun Gothic"/>
                <a:ea typeface="Malgun Gothic"/>
                <a:cs typeface="Malgun Gothic"/>
              </a:defRPr>
            </a:lvl5pPr>
            <a:lvl6pPr algn="l">
              <a:defRPr sz="2400" b="1">
                <a:solidFill>
                  <a:srgbClr val="2E66A3"/>
                </a:solidFill>
                <a:latin typeface="Malgun Gothic"/>
                <a:ea typeface="Malgun Gothic"/>
                <a:cs typeface="Malgun Gothic"/>
              </a:defRPr>
            </a:lvl6pPr>
            <a:lvl7pPr algn="l">
              <a:defRPr sz="2400" b="1">
                <a:solidFill>
                  <a:srgbClr val="2E66A3"/>
                </a:solidFill>
                <a:latin typeface="Malgun Gothic"/>
                <a:ea typeface="Malgun Gothic"/>
                <a:cs typeface="Malgun Gothic"/>
              </a:defRPr>
            </a:lvl7pPr>
            <a:lvl8pPr algn="l">
              <a:defRPr sz="2400" b="1">
                <a:solidFill>
                  <a:srgbClr val="2E66A3"/>
                </a:solidFill>
                <a:latin typeface="Malgun Gothic"/>
                <a:ea typeface="Malgun Gothic"/>
                <a:cs typeface="Malgun Gothic"/>
              </a:defRPr>
            </a:lvl8pPr>
            <a:lvl9pPr algn="l">
              <a:defRPr sz="2400" b="1">
                <a:solidFill>
                  <a:srgbClr val="2E66A3"/>
                </a:solidFill>
                <a:latin typeface="Malgun Gothic"/>
                <a:ea typeface="Malgun Gothic"/>
                <a:cs typeface="Malgun Gothic"/>
              </a:defRPr>
            </a:lvl9pPr>
          </a:lstStyle>
          <a:p xmlns:a="http://schemas.openxmlformats.org/drawingml/2006/main">
            <a:pPr algn="l">
              <a:defRPr sz="2400" b="1">
                <a:solidFill>
                  <a:srgbClr val="2E66A3"/>
                </a:solidFill>
                <a:latin typeface="Malgun Gothic"/>
                <a:ea typeface="Malgun Gothic"/>
                <a:cs typeface="Malgun Gothic"/>
              </a:defRPr>
            </a:pPr>
            <a:r>
              <a:rPr sz="2400" b="1">
                <a:solidFill>
                  <a:srgbClr val="2E66A3"/>
                </a:solidFill>
                <a:latin typeface="Malgun Gothic"/>
                <a:ea typeface="Malgun Gothic"/>
                <a:cs typeface="Malgun Gothic"/>
              </a:rPr>
              <a:t>타이밍</a:t>
            </a:r>
          </a:p>
        </p:txBody>
      </p:sp>
      <p:sp>
        <p:nvSpPr>
          <p:cNvPr id="18" name="만날 때의 행성 위치에 맞춤">
            <a:extLst xmlns:a="http://schemas.openxmlformats.org/drawingml/2006/main">
              <a:ext uri="{FF2B5EF4-FFF2-40B4-BE49-F238E27FC236}">
                <a16:creationId xmlns:a16="http://schemas.microsoft.com/office/drawing/2014/main" id="{4C63C2FC-B3DE-4BD2-9591-7199995CB793}"/>
              </a:ext>
            </a:extLst>
          </p:cNvPr>
          <p:cNvSpPr>
            <a:spLocks xmlns:a="http://schemas.openxmlformats.org/drawingml/2006/main" noGrp="1"/>
          </p:cNvSpPr>
          <p:nvPr/>
        </p:nvSpPr>
        <p:spPr>
          <a:xfrm xmlns:a="http://schemas.openxmlformats.org/drawingml/2006/main">
            <a:off x="3381375" y="4695825"/>
            <a:ext cx="81248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D3048"/>
                </a:solidFill>
                <a:latin typeface="Malgun Gothic"/>
                <a:ea typeface="Malgun Gothic"/>
                <a:cs typeface="Malgun Gothic"/>
              </a:defRPr>
            </a:defPPr>
            <a:lvl1pPr algn="l">
              <a:defRPr sz="2175" b="0">
                <a:solidFill>
                  <a:srgbClr val="1D3048"/>
                </a:solidFill>
                <a:latin typeface="Malgun Gothic"/>
                <a:ea typeface="Malgun Gothic"/>
                <a:cs typeface="Malgun Gothic"/>
              </a:defRPr>
            </a:lvl1pPr>
            <a:lvl2pPr algn="l">
              <a:defRPr sz="2175" b="0">
                <a:solidFill>
                  <a:srgbClr val="1D3048"/>
                </a:solidFill>
                <a:latin typeface="Malgun Gothic"/>
                <a:ea typeface="Malgun Gothic"/>
                <a:cs typeface="Malgun Gothic"/>
              </a:defRPr>
            </a:lvl2pPr>
            <a:lvl3pPr algn="l">
              <a:defRPr sz="2175" b="0">
                <a:solidFill>
                  <a:srgbClr val="1D3048"/>
                </a:solidFill>
                <a:latin typeface="Malgun Gothic"/>
                <a:ea typeface="Malgun Gothic"/>
                <a:cs typeface="Malgun Gothic"/>
              </a:defRPr>
            </a:lvl3pPr>
            <a:lvl4pPr algn="l">
              <a:defRPr sz="2175" b="0">
                <a:solidFill>
                  <a:srgbClr val="1D3048"/>
                </a:solidFill>
                <a:latin typeface="Malgun Gothic"/>
                <a:ea typeface="Malgun Gothic"/>
                <a:cs typeface="Malgun Gothic"/>
              </a:defRPr>
            </a:lvl4pPr>
            <a:lvl5pPr algn="l">
              <a:defRPr sz="2175" b="0">
                <a:solidFill>
                  <a:srgbClr val="1D3048"/>
                </a:solidFill>
                <a:latin typeface="Malgun Gothic"/>
                <a:ea typeface="Malgun Gothic"/>
                <a:cs typeface="Malgun Gothic"/>
              </a:defRPr>
            </a:lvl5pPr>
            <a:lvl6pPr algn="l">
              <a:defRPr sz="2175" b="0">
                <a:solidFill>
                  <a:srgbClr val="1D3048"/>
                </a:solidFill>
                <a:latin typeface="Malgun Gothic"/>
                <a:ea typeface="Malgun Gothic"/>
                <a:cs typeface="Malgun Gothic"/>
              </a:defRPr>
            </a:lvl6pPr>
            <a:lvl7pPr algn="l">
              <a:defRPr sz="2175" b="0">
                <a:solidFill>
                  <a:srgbClr val="1D3048"/>
                </a:solidFill>
                <a:latin typeface="Malgun Gothic"/>
                <a:ea typeface="Malgun Gothic"/>
                <a:cs typeface="Malgun Gothic"/>
              </a:defRPr>
            </a:lvl7pPr>
            <a:lvl8pPr algn="l">
              <a:defRPr sz="2175" b="0">
                <a:solidFill>
                  <a:srgbClr val="1D3048"/>
                </a:solidFill>
                <a:latin typeface="Malgun Gothic"/>
                <a:ea typeface="Malgun Gothic"/>
                <a:cs typeface="Malgun Gothic"/>
              </a:defRPr>
            </a:lvl8pPr>
            <a:lvl9pPr algn="l">
              <a:defRPr sz="2175" b="0">
                <a:solidFill>
                  <a:srgbClr val="1D3048"/>
                </a:solidFill>
                <a:latin typeface="Malgun Gothic"/>
                <a:ea typeface="Malgun Gothic"/>
                <a:cs typeface="Malgun Gothic"/>
              </a:defRPr>
            </a:lvl9pPr>
          </a:lstStyle>
          <a:p xmlns:a="http://schemas.openxmlformats.org/drawingml/2006/main">
            <a:pPr algn="l">
              <a:defRPr sz="2175" b="0">
                <a:solidFill>
                  <a:srgbClr val="1D3048"/>
                </a:solidFill>
                <a:latin typeface="Malgun Gothic"/>
                <a:ea typeface="Malgun Gothic"/>
                <a:cs typeface="Malgun Gothic"/>
              </a:defRPr>
            </a:pPr>
            <a:r>
              <a:rPr sz="2175" b="0">
                <a:solidFill>
                  <a:srgbClr val="1D3048"/>
                </a:solidFill>
                <a:latin typeface="Malgun Gothic"/>
                <a:ea typeface="Malgun Gothic"/>
                <a:cs typeface="Malgun Gothic"/>
              </a:rPr>
              <a:t>만날 때의 행성 위치에 맞춤</a:t>
            </a:r>
          </a:p>
        </p:txBody>
      </p:sp>
    </p:spTree>
    <p:extLst>
      <p:ext uri="{BB962C8B-B14F-4D97-AF65-F5344CB8AC3E}">
        <p14:creationId xmlns:p14="http://schemas.microsoft.com/office/powerpoint/2010/main" val="21108442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06 · 실제 사례">
            <a:extLst xmlns:a="http://schemas.openxmlformats.org/drawingml/2006/main">
              <a:ext uri="{FF2B5EF4-FFF2-40B4-BE49-F238E27FC236}">
                <a16:creationId xmlns:a16="http://schemas.microsoft.com/office/drawing/2014/main" id="{C0A992D6-80B9-4312-9EA7-6AA43B536953}"/>
              </a:ext>
            </a:extLst>
          </p:cNvPr>
          <p:cNvSpPr>
            <a:spLocks xmlns:a="http://schemas.openxmlformats.org/drawingml/2006/main" noGrp="1"/>
          </p:cNvSpPr>
          <p:nvPr/>
        </p:nvSpPr>
        <p:spPr>
          <a:xfrm xmlns:a="http://schemas.openxmlformats.org/drawingml/2006/main">
            <a:off x="685800" y="4000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E66A3"/>
                </a:solidFill>
                <a:latin typeface="Malgun Gothic"/>
                <a:ea typeface="Malgun Gothic"/>
                <a:cs typeface="Malgun Gothic"/>
              </a:defRPr>
            </a:defPPr>
            <a:lvl1pPr algn="l">
              <a:buNone/>
              <a:defRPr sz="1200" b="1">
                <a:solidFill>
                  <a:srgbClr val="2E66A3"/>
                </a:solidFill>
                <a:latin typeface="Malgun Gothic"/>
                <a:ea typeface="Malgun Gothic"/>
                <a:cs typeface="Malgun Gothic"/>
              </a:defRPr>
            </a:lvl1pPr>
            <a:lvl2pPr algn="l">
              <a:buNone/>
              <a:defRPr sz="1200" b="1">
                <a:solidFill>
                  <a:srgbClr val="2E66A3"/>
                </a:solidFill>
                <a:latin typeface="Malgun Gothic"/>
                <a:ea typeface="Malgun Gothic"/>
                <a:cs typeface="Malgun Gothic"/>
              </a:defRPr>
            </a:lvl2pPr>
            <a:lvl3pPr algn="l">
              <a:buNone/>
              <a:defRPr sz="1200" b="1">
                <a:solidFill>
                  <a:srgbClr val="2E66A3"/>
                </a:solidFill>
                <a:latin typeface="Malgun Gothic"/>
                <a:ea typeface="Malgun Gothic"/>
                <a:cs typeface="Malgun Gothic"/>
              </a:defRPr>
            </a:lvl3pPr>
            <a:lvl4pPr algn="l">
              <a:buNone/>
              <a:defRPr sz="1200" b="1">
                <a:solidFill>
                  <a:srgbClr val="2E66A3"/>
                </a:solidFill>
                <a:latin typeface="Malgun Gothic"/>
                <a:ea typeface="Malgun Gothic"/>
                <a:cs typeface="Malgun Gothic"/>
              </a:defRPr>
            </a:lvl4pPr>
            <a:lvl5pPr algn="l">
              <a:buNone/>
              <a:defRPr sz="1200" b="1">
                <a:solidFill>
                  <a:srgbClr val="2E66A3"/>
                </a:solidFill>
                <a:latin typeface="Malgun Gothic"/>
                <a:ea typeface="Malgun Gothic"/>
                <a:cs typeface="Malgun Gothic"/>
              </a:defRPr>
            </a:lvl5pPr>
            <a:lvl6pPr algn="l">
              <a:buNone/>
              <a:defRPr sz="1200" b="1">
                <a:solidFill>
                  <a:srgbClr val="2E66A3"/>
                </a:solidFill>
                <a:latin typeface="Malgun Gothic"/>
                <a:ea typeface="Malgun Gothic"/>
                <a:cs typeface="Malgun Gothic"/>
              </a:defRPr>
            </a:lvl6pPr>
            <a:lvl7pPr algn="l">
              <a:buNone/>
              <a:defRPr sz="1200" b="1">
                <a:solidFill>
                  <a:srgbClr val="2E66A3"/>
                </a:solidFill>
                <a:latin typeface="Malgun Gothic"/>
                <a:ea typeface="Malgun Gothic"/>
                <a:cs typeface="Malgun Gothic"/>
              </a:defRPr>
            </a:lvl7pPr>
            <a:lvl8pPr algn="l">
              <a:buNone/>
              <a:defRPr sz="1200" b="1">
                <a:solidFill>
                  <a:srgbClr val="2E66A3"/>
                </a:solidFill>
                <a:latin typeface="Malgun Gothic"/>
                <a:ea typeface="Malgun Gothic"/>
                <a:cs typeface="Malgun Gothic"/>
              </a:defRPr>
            </a:lvl8pPr>
            <a:lvl9pPr algn="l">
              <a:buNone/>
              <a:defRPr sz="1200" b="1">
                <a:solidFill>
                  <a:srgbClr val="2E66A3"/>
                </a:solidFill>
                <a:latin typeface="Malgun Gothic"/>
                <a:ea typeface="Malgun Gothic"/>
                <a:cs typeface="Malgun Gothic"/>
              </a:defRPr>
            </a:lvl9pPr>
          </a:lstStyle>
          <a:p xmlns:a="http://schemas.openxmlformats.org/drawingml/2006/main">
            <a:pPr algn="l">
              <a:buNone/>
              <a:defRPr sz="1200" b="1">
                <a:solidFill>
                  <a:srgbClr val="2E66A3"/>
                </a:solidFill>
                <a:latin typeface="Malgun Gothic"/>
                <a:ea typeface="Malgun Gothic"/>
                <a:cs typeface="Malgun Gothic"/>
              </a:defRPr>
            </a:pPr>
            <a:r>
              <a:rPr sz="1200" b="1">
                <a:solidFill>
                  <a:srgbClr val="2E66A3"/>
                </a:solidFill>
                <a:latin typeface="Malgun Gothic"/>
                <a:ea typeface="Malgun Gothic"/>
                <a:cs typeface="Malgun Gothic"/>
              </a:rPr>
              <a:t>06 · 실제 사례</a:t>
            </a:r>
          </a:p>
        </p:txBody>
      </p:sp>
      <p:sp>
        <p:nvSpPr>
          <p:cNvPr id="2" name="slide-title">
            <a:extLst xmlns:a="http://schemas.openxmlformats.org/drawingml/2006/main">
              <a:ext uri="{FF2B5EF4-FFF2-40B4-BE49-F238E27FC236}">
                <a16:creationId xmlns:a16="http://schemas.microsoft.com/office/drawing/2014/main" id="{1D59508B-547A-42E2-957B-08C8EE273CA1}"/>
              </a:ext>
            </a:extLst>
          </p:cNvPr>
          <p:cNvSpPr>
            <a:spLocks xmlns:a="http://schemas.openxmlformats.org/drawingml/2006/main" noGrp="1"/>
          </p:cNvSpPr>
          <p:nvPr/>
        </p:nvSpPr>
        <p:spPr>
          <a:xfrm xmlns:a="http://schemas.openxmlformats.org/drawingml/2006/main">
            <a:off x="685800" y="8667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83F"/>
                </a:solidFill>
                <a:latin typeface="Malgun Gothic"/>
                <a:ea typeface="Malgun Gothic"/>
                <a:cs typeface="Malgun Gothic"/>
              </a:defRPr>
            </a:defPPr>
            <a:lvl1pPr algn="l">
              <a:buNone/>
              <a:defRPr sz="3300" b="1">
                <a:solidFill>
                  <a:srgbClr val="15283F"/>
                </a:solidFill>
                <a:latin typeface="Malgun Gothic"/>
                <a:ea typeface="Malgun Gothic"/>
                <a:cs typeface="Malgun Gothic"/>
              </a:defRPr>
            </a:lvl1pPr>
            <a:lvl2pPr algn="l">
              <a:buNone/>
              <a:defRPr sz="3300" b="1">
                <a:solidFill>
                  <a:srgbClr val="15283F"/>
                </a:solidFill>
                <a:latin typeface="Malgun Gothic"/>
                <a:ea typeface="Malgun Gothic"/>
                <a:cs typeface="Malgun Gothic"/>
              </a:defRPr>
            </a:lvl2pPr>
            <a:lvl3pPr algn="l">
              <a:buNone/>
              <a:defRPr sz="3300" b="1">
                <a:solidFill>
                  <a:srgbClr val="15283F"/>
                </a:solidFill>
                <a:latin typeface="Malgun Gothic"/>
                <a:ea typeface="Malgun Gothic"/>
                <a:cs typeface="Malgun Gothic"/>
              </a:defRPr>
            </a:lvl3pPr>
            <a:lvl4pPr algn="l">
              <a:buNone/>
              <a:defRPr sz="3300" b="1">
                <a:solidFill>
                  <a:srgbClr val="15283F"/>
                </a:solidFill>
                <a:latin typeface="Malgun Gothic"/>
                <a:ea typeface="Malgun Gothic"/>
                <a:cs typeface="Malgun Gothic"/>
              </a:defRPr>
            </a:lvl4pPr>
            <a:lvl5pPr algn="l">
              <a:buNone/>
              <a:defRPr sz="3300" b="1">
                <a:solidFill>
                  <a:srgbClr val="15283F"/>
                </a:solidFill>
                <a:latin typeface="Malgun Gothic"/>
                <a:ea typeface="Malgun Gothic"/>
                <a:cs typeface="Malgun Gothic"/>
              </a:defRPr>
            </a:lvl5pPr>
            <a:lvl6pPr algn="l">
              <a:buNone/>
              <a:defRPr sz="3300" b="1">
                <a:solidFill>
                  <a:srgbClr val="15283F"/>
                </a:solidFill>
                <a:latin typeface="Malgun Gothic"/>
                <a:ea typeface="Malgun Gothic"/>
                <a:cs typeface="Malgun Gothic"/>
              </a:defRPr>
            </a:lvl6pPr>
            <a:lvl7pPr algn="l">
              <a:buNone/>
              <a:defRPr sz="3300" b="1">
                <a:solidFill>
                  <a:srgbClr val="15283F"/>
                </a:solidFill>
                <a:latin typeface="Malgun Gothic"/>
                <a:ea typeface="Malgun Gothic"/>
                <a:cs typeface="Malgun Gothic"/>
              </a:defRPr>
            </a:lvl7pPr>
            <a:lvl8pPr algn="l">
              <a:buNone/>
              <a:defRPr sz="3300" b="1">
                <a:solidFill>
                  <a:srgbClr val="15283F"/>
                </a:solidFill>
                <a:latin typeface="Malgun Gothic"/>
                <a:ea typeface="Malgun Gothic"/>
                <a:cs typeface="Malgun Gothic"/>
              </a:defRPr>
            </a:lvl8pPr>
            <a:lvl9pPr algn="l">
              <a:buNone/>
              <a:defRPr sz="3300" b="1">
                <a:solidFill>
                  <a:srgbClr val="15283F"/>
                </a:solidFill>
                <a:latin typeface="Malgun Gothic"/>
                <a:ea typeface="Malgun Gothic"/>
                <a:cs typeface="Malgun Gothic"/>
              </a:defRPr>
            </a:lvl9pPr>
          </a:lstStyle>
          <a:p xmlns:a="http://schemas.openxmlformats.org/drawingml/2006/main">
            <a:pPr algn="l">
              <a:buNone/>
              <a:defRPr sz="3300" b="1">
                <a:solidFill>
                  <a:srgbClr val="15283F"/>
                </a:solidFill>
                <a:latin typeface="Malgun Gothic"/>
                <a:ea typeface="Malgun Gothic"/>
                <a:cs typeface="Malgun Gothic"/>
              </a:defRPr>
            </a:pPr>
            <a:r>
              <a:rPr sz="3300" b="1">
                <a:solidFill>
                  <a:srgbClr val="15283F"/>
                </a:solidFill>
                <a:latin typeface="Malgun Gothic"/>
                <a:ea typeface="Malgun Gothic"/>
                <a:cs typeface="Malgun Gothic"/>
              </a:rPr>
              <a:t>로제타 · 혜성 67P 탐사</a:t>
            </a:r>
          </a:p>
        </p:txBody>
      </p:sp>
      <p:sp>
        <p:nvSpPr>
          <p:cNvPr id="3" name="FLYBY · 중력 도움">
            <a:extLst xmlns:a="http://schemas.openxmlformats.org/drawingml/2006/main">
              <a:ext uri="{FF2B5EF4-FFF2-40B4-BE49-F238E27FC236}">
                <a16:creationId xmlns:a16="http://schemas.microsoft.com/office/drawing/2014/main" id="{EDCE5C90-F7F6-4140-8700-5A09E20586EF}"/>
              </a:ext>
            </a:extLst>
          </p:cNvPr>
          <p:cNvSpPr>
            <a:spLocks xmlns:a="http://schemas.openxmlformats.org/drawingml/2006/main" noGrp="1"/>
          </p:cNvSpPr>
          <p:nvPr/>
        </p:nvSpPr>
        <p:spPr>
          <a:xfrm xmlns:a="http://schemas.openxmlformats.org/drawingml/2006/main">
            <a:off x="685800" y="64293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758A"/>
                </a:solidFill>
                <a:latin typeface="Malgun Gothic"/>
                <a:ea typeface="Malgun Gothic"/>
                <a:cs typeface="Malgun Gothic"/>
              </a:defRPr>
            </a:defPPr>
            <a:lvl1pPr algn="l">
              <a:buNone/>
              <a:defRPr sz="1050" b="0">
                <a:solidFill>
                  <a:srgbClr val="66758A"/>
                </a:solidFill>
                <a:latin typeface="Malgun Gothic"/>
                <a:ea typeface="Malgun Gothic"/>
                <a:cs typeface="Malgun Gothic"/>
              </a:defRPr>
            </a:lvl1pPr>
            <a:lvl2pPr algn="l">
              <a:buNone/>
              <a:defRPr sz="1050" b="0">
                <a:solidFill>
                  <a:srgbClr val="66758A"/>
                </a:solidFill>
                <a:latin typeface="Malgun Gothic"/>
                <a:ea typeface="Malgun Gothic"/>
                <a:cs typeface="Malgun Gothic"/>
              </a:defRPr>
            </a:lvl2pPr>
            <a:lvl3pPr algn="l">
              <a:buNone/>
              <a:defRPr sz="1050" b="0">
                <a:solidFill>
                  <a:srgbClr val="66758A"/>
                </a:solidFill>
                <a:latin typeface="Malgun Gothic"/>
                <a:ea typeface="Malgun Gothic"/>
                <a:cs typeface="Malgun Gothic"/>
              </a:defRPr>
            </a:lvl3pPr>
            <a:lvl4pPr algn="l">
              <a:buNone/>
              <a:defRPr sz="1050" b="0">
                <a:solidFill>
                  <a:srgbClr val="66758A"/>
                </a:solidFill>
                <a:latin typeface="Malgun Gothic"/>
                <a:ea typeface="Malgun Gothic"/>
                <a:cs typeface="Malgun Gothic"/>
              </a:defRPr>
            </a:lvl4pPr>
            <a:lvl5pPr algn="l">
              <a:buNone/>
              <a:defRPr sz="1050" b="0">
                <a:solidFill>
                  <a:srgbClr val="66758A"/>
                </a:solidFill>
                <a:latin typeface="Malgun Gothic"/>
                <a:ea typeface="Malgun Gothic"/>
                <a:cs typeface="Malgun Gothic"/>
              </a:defRPr>
            </a:lvl5pPr>
            <a:lvl6pPr algn="l">
              <a:buNone/>
              <a:defRPr sz="1050" b="0">
                <a:solidFill>
                  <a:srgbClr val="66758A"/>
                </a:solidFill>
                <a:latin typeface="Malgun Gothic"/>
                <a:ea typeface="Malgun Gothic"/>
                <a:cs typeface="Malgun Gothic"/>
              </a:defRPr>
            </a:lvl6pPr>
            <a:lvl7pPr algn="l">
              <a:buNone/>
              <a:defRPr sz="1050" b="0">
                <a:solidFill>
                  <a:srgbClr val="66758A"/>
                </a:solidFill>
                <a:latin typeface="Malgun Gothic"/>
                <a:ea typeface="Malgun Gothic"/>
                <a:cs typeface="Malgun Gothic"/>
              </a:defRPr>
            </a:lvl7pPr>
            <a:lvl8pPr algn="l">
              <a:buNone/>
              <a:defRPr sz="1050" b="0">
                <a:solidFill>
                  <a:srgbClr val="66758A"/>
                </a:solidFill>
                <a:latin typeface="Malgun Gothic"/>
                <a:ea typeface="Malgun Gothic"/>
                <a:cs typeface="Malgun Gothic"/>
              </a:defRPr>
            </a:lvl8pPr>
            <a:lvl9pPr algn="l">
              <a:buNone/>
              <a:defRPr sz="1050" b="0">
                <a:solidFill>
                  <a:srgbClr val="66758A"/>
                </a:solidFill>
                <a:latin typeface="Malgun Gothic"/>
                <a:ea typeface="Malgun Gothic"/>
                <a:cs typeface="Malgun Gothic"/>
              </a:defRPr>
            </a:lvl9pPr>
          </a:lstStyle>
          <a:p xmlns:a="http://schemas.openxmlformats.org/drawingml/2006/main">
            <a:pPr algn="l">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FLYBY · 중력 도움</a:t>
            </a:r>
          </a:p>
        </p:txBody>
      </p:sp>
      <p:sp>
        <p:nvSpPr>
          <p:cNvPr id="4" name="13 / 18">
            <a:extLst xmlns:a="http://schemas.openxmlformats.org/drawingml/2006/main">
              <a:ext uri="{FF2B5EF4-FFF2-40B4-BE49-F238E27FC236}">
                <a16:creationId xmlns:a16="http://schemas.microsoft.com/office/drawing/2014/main" id="{95E3C795-8A1A-4EE7-8457-B77B4F1C7453}"/>
              </a:ext>
            </a:extLst>
          </p:cNvPr>
          <p:cNvSpPr>
            <a:spLocks xmlns:a="http://schemas.openxmlformats.org/drawingml/2006/main" noGrp="1"/>
          </p:cNvSpPr>
          <p:nvPr/>
        </p:nvSpPr>
        <p:spPr>
          <a:xfrm xmlns:a="http://schemas.openxmlformats.org/drawingml/2006/main">
            <a:off x="10477500" y="6429375"/>
            <a:ext cx="1028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6758A"/>
                </a:solidFill>
                <a:latin typeface="Malgun Gothic"/>
                <a:ea typeface="Malgun Gothic"/>
                <a:cs typeface="Malgun Gothic"/>
              </a:defRPr>
            </a:defPPr>
            <a:lvl1pPr algn="r">
              <a:buNone/>
              <a:defRPr sz="1050" b="0">
                <a:solidFill>
                  <a:srgbClr val="66758A"/>
                </a:solidFill>
                <a:latin typeface="Malgun Gothic"/>
                <a:ea typeface="Malgun Gothic"/>
                <a:cs typeface="Malgun Gothic"/>
              </a:defRPr>
            </a:lvl1pPr>
            <a:lvl2pPr algn="r">
              <a:buNone/>
              <a:defRPr sz="1050" b="0">
                <a:solidFill>
                  <a:srgbClr val="66758A"/>
                </a:solidFill>
                <a:latin typeface="Malgun Gothic"/>
                <a:ea typeface="Malgun Gothic"/>
                <a:cs typeface="Malgun Gothic"/>
              </a:defRPr>
            </a:lvl2pPr>
            <a:lvl3pPr algn="r">
              <a:buNone/>
              <a:defRPr sz="1050" b="0">
                <a:solidFill>
                  <a:srgbClr val="66758A"/>
                </a:solidFill>
                <a:latin typeface="Malgun Gothic"/>
                <a:ea typeface="Malgun Gothic"/>
                <a:cs typeface="Malgun Gothic"/>
              </a:defRPr>
            </a:lvl3pPr>
            <a:lvl4pPr algn="r">
              <a:buNone/>
              <a:defRPr sz="1050" b="0">
                <a:solidFill>
                  <a:srgbClr val="66758A"/>
                </a:solidFill>
                <a:latin typeface="Malgun Gothic"/>
                <a:ea typeface="Malgun Gothic"/>
                <a:cs typeface="Malgun Gothic"/>
              </a:defRPr>
            </a:lvl4pPr>
            <a:lvl5pPr algn="r">
              <a:buNone/>
              <a:defRPr sz="1050" b="0">
                <a:solidFill>
                  <a:srgbClr val="66758A"/>
                </a:solidFill>
                <a:latin typeface="Malgun Gothic"/>
                <a:ea typeface="Malgun Gothic"/>
                <a:cs typeface="Malgun Gothic"/>
              </a:defRPr>
            </a:lvl5pPr>
            <a:lvl6pPr algn="r">
              <a:buNone/>
              <a:defRPr sz="1050" b="0">
                <a:solidFill>
                  <a:srgbClr val="66758A"/>
                </a:solidFill>
                <a:latin typeface="Malgun Gothic"/>
                <a:ea typeface="Malgun Gothic"/>
                <a:cs typeface="Malgun Gothic"/>
              </a:defRPr>
            </a:lvl6pPr>
            <a:lvl7pPr algn="r">
              <a:buNone/>
              <a:defRPr sz="1050" b="0">
                <a:solidFill>
                  <a:srgbClr val="66758A"/>
                </a:solidFill>
                <a:latin typeface="Malgun Gothic"/>
                <a:ea typeface="Malgun Gothic"/>
                <a:cs typeface="Malgun Gothic"/>
              </a:defRPr>
            </a:lvl7pPr>
            <a:lvl8pPr algn="r">
              <a:buNone/>
              <a:defRPr sz="1050" b="0">
                <a:solidFill>
                  <a:srgbClr val="66758A"/>
                </a:solidFill>
                <a:latin typeface="Malgun Gothic"/>
                <a:ea typeface="Malgun Gothic"/>
                <a:cs typeface="Malgun Gothic"/>
              </a:defRPr>
            </a:lvl8pPr>
            <a:lvl9pPr algn="r">
              <a:buNone/>
              <a:defRPr sz="1050" b="0">
                <a:solidFill>
                  <a:srgbClr val="66758A"/>
                </a:solidFill>
                <a:latin typeface="Malgun Gothic"/>
                <a:ea typeface="Malgun Gothic"/>
                <a:cs typeface="Malgun Gothic"/>
              </a:defRPr>
            </a:lvl9pPr>
          </a:lstStyle>
          <a:p xmlns:a="http://schemas.openxmlformats.org/drawingml/2006/main">
            <a:pPr algn="r">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08 / 10</a:t>
            </a:r>
          </a:p>
        </p:txBody>
      </p:sp>
      <p:sp>
        <p:nvSpPr>
          <p:cNvPr id="10" name="혜성과 함께 움직이며&#10;가까이서 관측하기">
            <a:extLst xmlns:a="http://schemas.openxmlformats.org/drawingml/2006/main">
              <a:ext uri="{FF2B5EF4-FFF2-40B4-BE49-F238E27FC236}">
                <a16:creationId xmlns:a16="http://schemas.microsoft.com/office/drawing/2014/main" id="{8E9B6DDC-07F1-4E19-9D21-F93FC6FAE5D5}"/>
              </a:ext>
            </a:extLst>
          </p:cNvPr>
          <p:cNvSpPr>
            <a:spLocks xmlns:a="http://schemas.openxmlformats.org/drawingml/2006/main" noGrp="1"/>
          </p:cNvSpPr>
          <p:nvPr/>
        </p:nvSpPr>
        <p:spPr>
          <a:xfrm xmlns:a="http://schemas.openxmlformats.org/drawingml/2006/main">
            <a:off x="685800" y="2190750"/>
            <a:ext cx="52863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283F"/>
                </a:solidFill>
                <a:latin typeface="Malgun Gothic"/>
                <a:ea typeface="Malgun Gothic"/>
                <a:cs typeface="Malgun Gothic"/>
              </a:defRPr>
            </a:defPPr>
            <a:lvl1pPr algn="l">
              <a:defRPr sz="2700" b="1">
                <a:solidFill>
                  <a:srgbClr val="15283F"/>
                </a:solidFill>
                <a:latin typeface="Malgun Gothic"/>
                <a:ea typeface="Malgun Gothic"/>
                <a:cs typeface="Malgun Gothic"/>
              </a:defRPr>
            </a:lvl1pPr>
            <a:lvl2pPr algn="l">
              <a:defRPr sz="2700" b="1">
                <a:solidFill>
                  <a:srgbClr val="15283F"/>
                </a:solidFill>
                <a:latin typeface="Malgun Gothic"/>
                <a:ea typeface="Malgun Gothic"/>
                <a:cs typeface="Malgun Gothic"/>
              </a:defRPr>
            </a:lvl2pPr>
            <a:lvl3pPr algn="l">
              <a:defRPr sz="2700" b="1">
                <a:solidFill>
                  <a:srgbClr val="15283F"/>
                </a:solidFill>
                <a:latin typeface="Malgun Gothic"/>
                <a:ea typeface="Malgun Gothic"/>
                <a:cs typeface="Malgun Gothic"/>
              </a:defRPr>
            </a:lvl3pPr>
            <a:lvl4pPr algn="l">
              <a:defRPr sz="2700" b="1">
                <a:solidFill>
                  <a:srgbClr val="15283F"/>
                </a:solidFill>
                <a:latin typeface="Malgun Gothic"/>
                <a:ea typeface="Malgun Gothic"/>
                <a:cs typeface="Malgun Gothic"/>
              </a:defRPr>
            </a:lvl4pPr>
            <a:lvl5pPr algn="l">
              <a:defRPr sz="2700" b="1">
                <a:solidFill>
                  <a:srgbClr val="15283F"/>
                </a:solidFill>
                <a:latin typeface="Malgun Gothic"/>
                <a:ea typeface="Malgun Gothic"/>
                <a:cs typeface="Malgun Gothic"/>
              </a:defRPr>
            </a:lvl5pPr>
            <a:lvl6pPr algn="l">
              <a:defRPr sz="2700" b="1">
                <a:solidFill>
                  <a:srgbClr val="15283F"/>
                </a:solidFill>
                <a:latin typeface="Malgun Gothic"/>
                <a:ea typeface="Malgun Gothic"/>
                <a:cs typeface="Malgun Gothic"/>
              </a:defRPr>
            </a:lvl6pPr>
            <a:lvl7pPr algn="l">
              <a:defRPr sz="2700" b="1">
                <a:solidFill>
                  <a:srgbClr val="15283F"/>
                </a:solidFill>
                <a:latin typeface="Malgun Gothic"/>
                <a:ea typeface="Malgun Gothic"/>
                <a:cs typeface="Malgun Gothic"/>
              </a:defRPr>
            </a:lvl7pPr>
            <a:lvl8pPr algn="l">
              <a:defRPr sz="2700" b="1">
                <a:solidFill>
                  <a:srgbClr val="15283F"/>
                </a:solidFill>
                <a:latin typeface="Malgun Gothic"/>
                <a:ea typeface="Malgun Gothic"/>
                <a:cs typeface="Malgun Gothic"/>
              </a:defRPr>
            </a:lvl8pPr>
            <a:lvl9pPr algn="l">
              <a:defRPr sz="2700" b="1">
                <a:solidFill>
                  <a:srgbClr val="15283F"/>
                </a:solidFill>
                <a:latin typeface="Malgun Gothic"/>
                <a:ea typeface="Malgun Gothic"/>
                <a:cs typeface="Malgun Gothic"/>
              </a:defRPr>
            </a:lvl9pPr>
          </a:lstStyle>
          <a:p xmlns:a="http://schemas.openxmlformats.org/drawingml/2006/main">
            <a:pPr algn="l">
              <a:defRPr sz="2700" b="1">
                <a:solidFill>
                  <a:srgbClr val="15283F"/>
                </a:solidFill>
                <a:latin typeface="Malgun Gothic"/>
                <a:ea typeface="Malgun Gothic"/>
                <a:cs typeface="Malgun Gothic"/>
              </a:defRPr>
            </a:pPr>
            <a:r>
              <a:rPr sz="2700" b="1">
                <a:solidFill>
                  <a:srgbClr val="15283F"/>
                </a:solidFill>
                <a:latin typeface="Malgun Gothic"/>
                <a:ea typeface="Malgun Gothic"/>
                <a:cs typeface="Malgun Gothic"/>
              </a:rPr>
              <a:t>혜성과 함께 움직이며</a:t>
            </a:r>
          </a:p>
          <a:p xmlns:a="http://schemas.openxmlformats.org/drawingml/2006/main">
            <a:pPr algn="l">
              <a:defRPr sz="2700" b="1">
                <a:solidFill>
                  <a:srgbClr val="15283F"/>
                </a:solidFill>
                <a:latin typeface="Malgun Gothic"/>
                <a:ea typeface="Malgun Gothic"/>
                <a:cs typeface="Malgun Gothic"/>
              </a:defRPr>
            </a:pPr>
            <a:r>
              <a:rPr sz="2700" b="1">
                <a:solidFill>
                  <a:srgbClr val="15283F"/>
                </a:solidFill>
                <a:latin typeface="Malgun Gothic"/>
                <a:ea typeface="Malgun Gothic"/>
                <a:cs typeface="Malgun Gothic"/>
              </a:rPr>
              <a:t>가까이서 관측하기</a:t>
            </a:r>
          </a:p>
        </p:txBody>
      </p:sp>
      <p:sp>
        <p:nvSpPr>
          <p:cNvPr id="11" name="혜성에 맞춰&#10;속력과 방향을 조절함">
            <a:extLst xmlns:a="http://schemas.openxmlformats.org/drawingml/2006/main">
              <a:ext uri="{FF2B5EF4-FFF2-40B4-BE49-F238E27FC236}">
                <a16:creationId xmlns:a16="http://schemas.microsoft.com/office/drawing/2014/main" id="{8417F648-1683-413B-B9B2-DC94D789D0B6}"/>
              </a:ext>
            </a:extLst>
          </p:cNvPr>
          <p:cNvSpPr>
            <a:spLocks xmlns:a="http://schemas.openxmlformats.org/drawingml/2006/main" noGrp="1"/>
          </p:cNvSpPr>
          <p:nvPr/>
        </p:nvSpPr>
        <p:spPr>
          <a:xfrm xmlns:a="http://schemas.openxmlformats.org/drawingml/2006/main">
            <a:off x="685800" y="4000500"/>
            <a:ext cx="5286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D3048"/>
                </a:solidFill>
                <a:latin typeface="Malgun Gothic"/>
                <a:ea typeface="Malgun Gothic"/>
                <a:cs typeface="Malgun Gothic"/>
              </a:defRPr>
            </a:defPPr>
            <a:lvl1pPr algn="l">
              <a:defRPr sz="2175" b="0">
                <a:solidFill>
                  <a:srgbClr val="1D3048"/>
                </a:solidFill>
                <a:latin typeface="Malgun Gothic"/>
                <a:ea typeface="Malgun Gothic"/>
                <a:cs typeface="Malgun Gothic"/>
              </a:defRPr>
            </a:lvl1pPr>
            <a:lvl2pPr algn="l">
              <a:defRPr sz="2175" b="0">
                <a:solidFill>
                  <a:srgbClr val="1D3048"/>
                </a:solidFill>
                <a:latin typeface="Malgun Gothic"/>
                <a:ea typeface="Malgun Gothic"/>
                <a:cs typeface="Malgun Gothic"/>
              </a:defRPr>
            </a:lvl2pPr>
            <a:lvl3pPr algn="l">
              <a:defRPr sz="2175" b="0">
                <a:solidFill>
                  <a:srgbClr val="1D3048"/>
                </a:solidFill>
                <a:latin typeface="Malgun Gothic"/>
                <a:ea typeface="Malgun Gothic"/>
                <a:cs typeface="Malgun Gothic"/>
              </a:defRPr>
            </a:lvl3pPr>
            <a:lvl4pPr algn="l">
              <a:defRPr sz="2175" b="0">
                <a:solidFill>
                  <a:srgbClr val="1D3048"/>
                </a:solidFill>
                <a:latin typeface="Malgun Gothic"/>
                <a:ea typeface="Malgun Gothic"/>
                <a:cs typeface="Malgun Gothic"/>
              </a:defRPr>
            </a:lvl4pPr>
            <a:lvl5pPr algn="l">
              <a:defRPr sz="2175" b="0">
                <a:solidFill>
                  <a:srgbClr val="1D3048"/>
                </a:solidFill>
                <a:latin typeface="Malgun Gothic"/>
                <a:ea typeface="Malgun Gothic"/>
                <a:cs typeface="Malgun Gothic"/>
              </a:defRPr>
            </a:lvl5pPr>
            <a:lvl6pPr algn="l">
              <a:defRPr sz="2175" b="0">
                <a:solidFill>
                  <a:srgbClr val="1D3048"/>
                </a:solidFill>
                <a:latin typeface="Malgun Gothic"/>
                <a:ea typeface="Malgun Gothic"/>
                <a:cs typeface="Malgun Gothic"/>
              </a:defRPr>
            </a:lvl6pPr>
            <a:lvl7pPr algn="l">
              <a:defRPr sz="2175" b="0">
                <a:solidFill>
                  <a:srgbClr val="1D3048"/>
                </a:solidFill>
                <a:latin typeface="Malgun Gothic"/>
                <a:ea typeface="Malgun Gothic"/>
                <a:cs typeface="Malgun Gothic"/>
              </a:defRPr>
            </a:lvl7pPr>
            <a:lvl8pPr algn="l">
              <a:defRPr sz="2175" b="0">
                <a:solidFill>
                  <a:srgbClr val="1D3048"/>
                </a:solidFill>
                <a:latin typeface="Malgun Gothic"/>
                <a:ea typeface="Malgun Gothic"/>
                <a:cs typeface="Malgun Gothic"/>
              </a:defRPr>
            </a:lvl8pPr>
            <a:lvl9pPr algn="l">
              <a:defRPr sz="2175" b="0">
                <a:solidFill>
                  <a:srgbClr val="1D3048"/>
                </a:solidFill>
                <a:latin typeface="Malgun Gothic"/>
                <a:ea typeface="Malgun Gothic"/>
                <a:cs typeface="Malgun Gothic"/>
              </a:defRPr>
            </a:lvl9pPr>
          </a:lstStyle>
          <a:p xmlns:a="http://schemas.openxmlformats.org/drawingml/2006/main">
            <a:pPr algn="l">
              <a:defRPr sz="2175" b="0">
                <a:solidFill>
                  <a:srgbClr val="1D3048"/>
                </a:solidFill>
                <a:latin typeface="Malgun Gothic"/>
                <a:ea typeface="Malgun Gothic"/>
                <a:cs typeface="Malgun Gothic"/>
              </a:defRPr>
            </a:pPr>
            <a:r>
              <a:rPr sz="2175" b="0">
                <a:solidFill>
                  <a:srgbClr val="1D3048"/>
                </a:solidFill>
                <a:latin typeface="Malgun Gothic"/>
                <a:ea typeface="Malgun Gothic"/>
                <a:cs typeface="Malgun Gothic"/>
              </a:rPr>
              <a:t>혜성에 맞춰</a:t>
            </a:r>
          </a:p>
          <a:p xmlns:a="http://schemas.openxmlformats.org/drawingml/2006/main">
            <a:pPr algn="l">
              <a:defRPr sz="2175" b="0">
                <a:solidFill>
                  <a:srgbClr val="1D3048"/>
                </a:solidFill>
                <a:latin typeface="Malgun Gothic"/>
                <a:ea typeface="Malgun Gothic"/>
                <a:cs typeface="Malgun Gothic"/>
              </a:defRPr>
            </a:pPr>
            <a:r>
              <a:rPr sz="2175" b="0">
                <a:solidFill>
                  <a:srgbClr val="1D3048"/>
                </a:solidFill>
                <a:latin typeface="Malgun Gothic"/>
                <a:ea typeface="Malgun Gothic"/>
                <a:cs typeface="Malgun Gothic"/>
              </a:rPr>
              <a:t>속력과 방향을 조절함</a:t>
            </a:r>
          </a:p>
        </p:txBody>
      </p:sp>
      <p:sp>
        <p:nvSpPr>
          <p:cNvPr id="12" name="행성의 중력 + 엔진 사용">
            <a:extLst xmlns:a="http://schemas.openxmlformats.org/drawingml/2006/main">
              <a:ext uri="{FF2B5EF4-FFF2-40B4-BE49-F238E27FC236}">
                <a16:creationId xmlns:a16="http://schemas.microsoft.com/office/drawing/2014/main" id="{0284146B-1807-44F8-A368-45E9B0769A32}"/>
              </a:ext>
            </a:extLst>
          </p:cNvPr>
          <p:cNvSpPr>
            <a:spLocks xmlns:a="http://schemas.openxmlformats.org/drawingml/2006/main" noGrp="1"/>
          </p:cNvSpPr>
          <p:nvPr/>
        </p:nvSpPr>
        <p:spPr>
          <a:xfrm xmlns:a="http://schemas.openxmlformats.org/drawingml/2006/main">
            <a:off x="685800" y="5419725"/>
            <a:ext cx="5286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E66A3"/>
                </a:solidFill>
                <a:latin typeface="Malgun Gothic"/>
                <a:ea typeface="Malgun Gothic"/>
                <a:cs typeface="Malgun Gothic"/>
              </a:defRPr>
            </a:defPPr>
            <a:lvl1pPr algn="l">
              <a:defRPr sz="1950" b="1">
                <a:solidFill>
                  <a:srgbClr val="2E66A3"/>
                </a:solidFill>
                <a:latin typeface="Malgun Gothic"/>
                <a:ea typeface="Malgun Gothic"/>
                <a:cs typeface="Malgun Gothic"/>
              </a:defRPr>
            </a:lvl1pPr>
            <a:lvl2pPr algn="l">
              <a:defRPr sz="1950" b="1">
                <a:solidFill>
                  <a:srgbClr val="2E66A3"/>
                </a:solidFill>
                <a:latin typeface="Malgun Gothic"/>
                <a:ea typeface="Malgun Gothic"/>
                <a:cs typeface="Malgun Gothic"/>
              </a:defRPr>
            </a:lvl2pPr>
            <a:lvl3pPr algn="l">
              <a:defRPr sz="1950" b="1">
                <a:solidFill>
                  <a:srgbClr val="2E66A3"/>
                </a:solidFill>
                <a:latin typeface="Malgun Gothic"/>
                <a:ea typeface="Malgun Gothic"/>
                <a:cs typeface="Malgun Gothic"/>
              </a:defRPr>
            </a:lvl3pPr>
            <a:lvl4pPr algn="l">
              <a:defRPr sz="1950" b="1">
                <a:solidFill>
                  <a:srgbClr val="2E66A3"/>
                </a:solidFill>
                <a:latin typeface="Malgun Gothic"/>
                <a:ea typeface="Malgun Gothic"/>
                <a:cs typeface="Malgun Gothic"/>
              </a:defRPr>
            </a:lvl4pPr>
            <a:lvl5pPr algn="l">
              <a:defRPr sz="1950" b="1">
                <a:solidFill>
                  <a:srgbClr val="2E66A3"/>
                </a:solidFill>
                <a:latin typeface="Malgun Gothic"/>
                <a:ea typeface="Malgun Gothic"/>
                <a:cs typeface="Malgun Gothic"/>
              </a:defRPr>
            </a:lvl5pPr>
            <a:lvl6pPr algn="l">
              <a:defRPr sz="1950" b="1">
                <a:solidFill>
                  <a:srgbClr val="2E66A3"/>
                </a:solidFill>
                <a:latin typeface="Malgun Gothic"/>
                <a:ea typeface="Malgun Gothic"/>
                <a:cs typeface="Malgun Gothic"/>
              </a:defRPr>
            </a:lvl6pPr>
            <a:lvl7pPr algn="l">
              <a:defRPr sz="1950" b="1">
                <a:solidFill>
                  <a:srgbClr val="2E66A3"/>
                </a:solidFill>
                <a:latin typeface="Malgun Gothic"/>
                <a:ea typeface="Malgun Gothic"/>
                <a:cs typeface="Malgun Gothic"/>
              </a:defRPr>
            </a:lvl7pPr>
            <a:lvl8pPr algn="l">
              <a:defRPr sz="1950" b="1">
                <a:solidFill>
                  <a:srgbClr val="2E66A3"/>
                </a:solidFill>
                <a:latin typeface="Malgun Gothic"/>
                <a:ea typeface="Malgun Gothic"/>
                <a:cs typeface="Malgun Gothic"/>
              </a:defRPr>
            </a:lvl8pPr>
            <a:lvl9pPr algn="l">
              <a:defRPr sz="1950" b="1">
                <a:solidFill>
                  <a:srgbClr val="2E66A3"/>
                </a:solidFill>
                <a:latin typeface="Malgun Gothic"/>
                <a:ea typeface="Malgun Gothic"/>
                <a:cs typeface="Malgun Gothic"/>
              </a:defRPr>
            </a:lvl9pPr>
          </a:lstStyle>
          <a:p xmlns:a="http://schemas.openxmlformats.org/drawingml/2006/main">
            <a:pPr algn="l">
              <a:defRPr sz="1950" b="1">
                <a:solidFill>
                  <a:srgbClr val="2E66A3"/>
                </a:solidFill>
                <a:latin typeface="Malgun Gothic"/>
                <a:ea typeface="Malgun Gothic"/>
                <a:cs typeface="Malgun Gothic"/>
              </a:defRPr>
            </a:pPr>
            <a:r>
              <a:rPr sz="1950" b="1">
                <a:solidFill>
                  <a:srgbClr val="2E66A3"/>
                </a:solidFill>
                <a:latin typeface="Malgun Gothic"/>
                <a:ea typeface="Malgun Gothic"/>
                <a:cs typeface="Malgun Gothic"/>
              </a:rPr>
              <a:t>행성의 중력 + 엔진 사용</a:t>
            </a:r>
          </a:p>
        </p:txBody>
      </p:sp>
      <p:pic>
        <p:nvPicPr>
          <p:cNvPr id="13" name="">
            <a:extLst xmlns:a="http://schemas.openxmlformats.org/drawingml/2006/main">
              <a:ext uri="{FF2B5EF4-FFF2-40B4-BE49-F238E27FC236}">
                <a16:creationId xmlns:a16="http://schemas.microsoft.com/office/drawing/2014/main" id="{150E41FF-A453-4BAF-BF48-31C2264547B0}"/>
              </a:ext>
            </a:extLst>
          </p:cNvPr>
          <p:cNvPicPr>
            <a:picLocks xmlns:a="http://schemas.openxmlformats.org/drawingml/2006/main" noChangeAspect="1"/>
          </p:cNvPicPr>
          <p:nvPr/>
        </p:nvPicPr>
        <p:blipFill>
          <a:blip xmlns:r="http://schemas.openxmlformats.org/officeDocument/2006/relationships" xmlns:a="http://schemas.openxmlformats.org/drawingml/2006/main" r:embed="Rc159a40ff8d04b73"/>
          <a:stretch xmlns:a="http://schemas.openxmlformats.org/drawingml/2006/main"/>
        </p:blipFill>
        <p:spPr>
          <a:xfrm xmlns:a="http://schemas.openxmlformats.org/drawingml/2006/main">
            <a:off x="6210777" y="2038350"/>
            <a:ext cx="5275897" cy="3552825"/>
          </a:xfrm>
          <a:prstGeom xmlns:a="http://schemas.openxmlformats.org/drawingml/2006/main" prst="rect">
            <a:avLst/>
          </a:prstGeom>
        </p:spPr>
      </p:pic>
      <p:sp>
        <p:nvSpPr>
          <p:cNvPr id="14" name="상상도 · ESA/ATG medialab · ESA/Rosetta/NavCam">
            <a:extLst xmlns:a="http://schemas.openxmlformats.org/drawingml/2006/main">
              <a:ext uri="{FF2B5EF4-FFF2-40B4-BE49-F238E27FC236}">
                <a16:creationId xmlns:a16="http://schemas.microsoft.com/office/drawing/2014/main" id="{1E9F9849-F3C2-4A51-A896-9C2C95AA595E}"/>
              </a:ext>
            </a:extLst>
          </p:cNvPr>
          <p:cNvSpPr>
            <a:spLocks xmlns:a="http://schemas.openxmlformats.org/drawingml/2006/main" noGrp="1"/>
          </p:cNvSpPr>
          <p:nvPr/>
        </p:nvSpPr>
        <p:spPr>
          <a:xfrm xmlns:a="http://schemas.openxmlformats.org/drawingml/2006/main">
            <a:off x="6191250" y="5724525"/>
            <a:ext cx="5314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758A"/>
                </a:solidFill>
                <a:latin typeface="Malgun Gothic"/>
                <a:ea typeface="Malgun Gothic"/>
                <a:cs typeface="Malgun Gothic"/>
              </a:defRPr>
            </a:defPPr>
            <a:lvl1pPr algn="l">
              <a:defRPr sz="1050" b="0">
                <a:solidFill>
                  <a:srgbClr val="66758A"/>
                </a:solidFill>
                <a:latin typeface="Malgun Gothic"/>
                <a:ea typeface="Malgun Gothic"/>
                <a:cs typeface="Malgun Gothic"/>
              </a:defRPr>
            </a:lvl1pPr>
            <a:lvl2pPr algn="l">
              <a:defRPr sz="1050" b="0">
                <a:solidFill>
                  <a:srgbClr val="66758A"/>
                </a:solidFill>
                <a:latin typeface="Malgun Gothic"/>
                <a:ea typeface="Malgun Gothic"/>
                <a:cs typeface="Malgun Gothic"/>
              </a:defRPr>
            </a:lvl2pPr>
            <a:lvl3pPr algn="l">
              <a:defRPr sz="1050" b="0">
                <a:solidFill>
                  <a:srgbClr val="66758A"/>
                </a:solidFill>
                <a:latin typeface="Malgun Gothic"/>
                <a:ea typeface="Malgun Gothic"/>
                <a:cs typeface="Malgun Gothic"/>
              </a:defRPr>
            </a:lvl3pPr>
            <a:lvl4pPr algn="l">
              <a:defRPr sz="1050" b="0">
                <a:solidFill>
                  <a:srgbClr val="66758A"/>
                </a:solidFill>
                <a:latin typeface="Malgun Gothic"/>
                <a:ea typeface="Malgun Gothic"/>
                <a:cs typeface="Malgun Gothic"/>
              </a:defRPr>
            </a:lvl4pPr>
            <a:lvl5pPr algn="l">
              <a:defRPr sz="1050" b="0">
                <a:solidFill>
                  <a:srgbClr val="66758A"/>
                </a:solidFill>
                <a:latin typeface="Malgun Gothic"/>
                <a:ea typeface="Malgun Gothic"/>
                <a:cs typeface="Malgun Gothic"/>
              </a:defRPr>
            </a:lvl5pPr>
            <a:lvl6pPr algn="l">
              <a:defRPr sz="1050" b="0">
                <a:solidFill>
                  <a:srgbClr val="66758A"/>
                </a:solidFill>
                <a:latin typeface="Malgun Gothic"/>
                <a:ea typeface="Malgun Gothic"/>
                <a:cs typeface="Malgun Gothic"/>
              </a:defRPr>
            </a:lvl6pPr>
            <a:lvl7pPr algn="l">
              <a:defRPr sz="1050" b="0">
                <a:solidFill>
                  <a:srgbClr val="66758A"/>
                </a:solidFill>
                <a:latin typeface="Malgun Gothic"/>
                <a:ea typeface="Malgun Gothic"/>
                <a:cs typeface="Malgun Gothic"/>
              </a:defRPr>
            </a:lvl7pPr>
            <a:lvl8pPr algn="l">
              <a:defRPr sz="1050" b="0">
                <a:solidFill>
                  <a:srgbClr val="66758A"/>
                </a:solidFill>
                <a:latin typeface="Malgun Gothic"/>
                <a:ea typeface="Malgun Gothic"/>
                <a:cs typeface="Malgun Gothic"/>
              </a:defRPr>
            </a:lvl8pPr>
            <a:lvl9pPr algn="l">
              <a:defRPr sz="1050" b="0">
                <a:solidFill>
                  <a:srgbClr val="66758A"/>
                </a:solidFill>
                <a:latin typeface="Malgun Gothic"/>
                <a:ea typeface="Malgun Gothic"/>
                <a:cs typeface="Malgun Gothic"/>
              </a:defRPr>
            </a:lvl9pPr>
          </a:lstStyle>
          <a:p xmlns:a="http://schemas.openxmlformats.org/drawingml/2006/main">
            <a:pPr algn="l">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상상도 · ESA/ATG medialab · ESA/Rosetta/NavCam</a:t>
            </a:r>
          </a:p>
        </p:txBody>
      </p:sp>
    </p:spTree>
    <p:extLst>
      <p:ext uri="{BB962C8B-B14F-4D97-AF65-F5344CB8AC3E}">
        <p14:creationId xmlns:p14="http://schemas.microsoft.com/office/powerpoint/2010/main" val="13492798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06 · 실제 사례">
            <a:extLst xmlns:a="http://schemas.openxmlformats.org/drawingml/2006/main">
              <a:ext uri="{FF2B5EF4-FFF2-40B4-BE49-F238E27FC236}">
                <a16:creationId xmlns:a16="http://schemas.microsoft.com/office/drawing/2014/main" id="{4BAF6451-EBFA-43CD-A716-7D9C3FA95387}"/>
              </a:ext>
            </a:extLst>
          </p:cNvPr>
          <p:cNvSpPr>
            <a:spLocks xmlns:a="http://schemas.openxmlformats.org/drawingml/2006/main" noGrp="1"/>
          </p:cNvSpPr>
          <p:nvPr/>
        </p:nvSpPr>
        <p:spPr>
          <a:xfrm xmlns:a="http://schemas.openxmlformats.org/drawingml/2006/main">
            <a:off x="685800" y="4000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E66A3"/>
                </a:solidFill>
                <a:latin typeface="Malgun Gothic"/>
                <a:ea typeface="Malgun Gothic"/>
                <a:cs typeface="Malgun Gothic"/>
              </a:defRPr>
            </a:defPPr>
            <a:lvl1pPr algn="l">
              <a:buNone/>
              <a:defRPr sz="1200" b="1">
                <a:solidFill>
                  <a:srgbClr val="2E66A3"/>
                </a:solidFill>
                <a:latin typeface="Malgun Gothic"/>
                <a:ea typeface="Malgun Gothic"/>
                <a:cs typeface="Malgun Gothic"/>
              </a:defRPr>
            </a:lvl1pPr>
            <a:lvl2pPr algn="l">
              <a:buNone/>
              <a:defRPr sz="1200" b="1">
                <a:solidFill>
                  <a:srgbClr val="2E66A3"/>
                </a:solidFill>
                <a:latin typeface="Malgun Gothic"/>
                <a:ea typeface="Malgun Gothic"/>
                <a:cs typeface="Malgun Gothic"/>
              </a:defRPr>
            </a:lvl2pPr>
            <a:lvl3pPr algn="l">
              <a:buNone/>
              <a:defRPr sz="1200" b="1">
                <a:solidFill>
                  <a:srgbClr val="2E66A3"/>
                </a:solidFill>
                <a:latin typeface="Malgun Gothic"/>
                <a:ea typeface="Malgun Gothic"/>
                <a:cs typeface="Malgun Gothic"/>
              </a:defRPr>
            </a:lvl3pPr>
            <a:lvl4pPr algn="l">
              <a:buNone/>
              <a:defRPr sz="1200" b="1">
                <a:solidFill>
                  <a:srgbClr val="2E66A3"/>
                </a:solidFill>
                <a:latin typeface="Malgun Gothic"/>
                <a:ea typeface="Malgun Gothic"/>
                <a:cs typeface="Malgun Gothic"/>
              </a:defRPr>
            </a:lvl4pPr>
            <a:lvl5pPr algn="l">
              <a:buNone/>
              <a:defRPr sz="1200" b="1">
                <a:solidFill>
                  <a:srgbClr val="2E66A3"/>
                </a:solidFill>
                <a:latin typeface="Malgun Gothic"/>
                <a:ea typeface="Malgun Gothic"/>
                <a:cs typeface="Malgun Gothic"/>
              </a:defRPr>
            </a:lvl5pPr>
            <a:lvl6pPr algn="l">
              <a:buNone/>
              <a:defRPr sz="1200" b="1">
                <a:solidFill>
                  <a:srgbClr val="2E66A3"/>
                </a:solidFill>
                <a:latin typeface="Malgun Gothic"/>
                <a:ea typeface="Malgun Gothic"/>
                <a:cs typeface="Malgun Gothic"/>
              </a:defRPr>
            </a:lvl6pPr>
            <a:lvl7pPr algn="l">
              <a:buNone/>
              <a:defRPr sz="1200" b="1">
                <a:solidFill>
                  <a:srgbClr val="2E66A3"/>
                </a:solidFill>
                <a:latin typeface="Malgun Gothic"/>
                <a:ea typeface="Malgun Gothic"/>
                <a:cs typeface="Malgun Gothic"/>
              </a:defRPr>
            </a:lvl7pPr>
            <a:lvl8pPr algn="l">
              <a:buNone/>
              <a:defRPr sz="1200" b="1">
                <a:solidFill>
                  <a:srgbClr val="2E66A3"/>
                </a:solidFill>
                <a:latin typeface="Malgun Gothic"/>
                <a:ea typeface="Malgun Gothic"/>
                <a:cs typeface="Malgun Gothic"/>
              </a:defRPr>
            </a:lvl8pPr>
            <a:lvl9pPr algn="l">
              <a:buNone/>
              <a:defRPr sz="1200" b="1">
                <a:solidFill>
                  <a:srgbClr val="2E66A3"/>
                </a:solidFill>
                <a:latin typeface="Malgun Gothic"/>
                <a:ea typeface="Malgun Gothic"/>
                <a:cs typeface="Malgun Gothic"/>
              </a:defRPr>
            </a:lvl9pPr>
          </a:lstStyle>
          <a:p xmlns:a="http://schemas.openxmlformats.org/drawingml/2006/main">
            <a:pPr algn="l">
              <a:buNone/>
              <a:defRPr sz="1200" b="1">
                <a:solidFill>
                  <a:srgbClr val="2E66A3"/>
                </a:solidFill>
                <a:latin typeface="Malgun Gothic"/>
                <a:ea typeface="Malgun Gothic"/>
                <a:cs typeface="Malgun Gothic"/>
              </a:defRPr>
            </a:pPr>
            <a:r>
              <a:rPr sz="1200" b="1">
                <a:solidFill>
                  <a:srgbClr val="2E66A3"/>
                </a:solidFill>
                <a:latin typeface="Malgun Gothic"/>
                <a:ea typeface="Malgun Gothic"/>
                <a:cs typeface="Malgun Gothic"/>
              </a:rPr>
              <a:t>06 · 실제 사례</a:t>
            </a:r>
          </a:p>
        </p:txBody>
      </p:sp>
      <p:sp>
        <p:nvSpPr>
          <p:cNvPr id="2" name="slide-title">
            <a:extLst xmlns:a="http://schemas.openxmlformats.org/drawingml/2006/main">
              <a:ext uri="{FF2B5EF4-FFF2-40B4-BE49-F238E27FC236}">
                <a16:creationId xmlns:a16="http://schemas.microsoft.com/office/drawing/2014/main" id="{E63D8520-E19D-4F7A-8D39-55E5FB34D20D}"/>
              </a:ext>
            </a:extLst>
          </p:cNvPr>
          <p:cNvSpPr>
            <a:spLocks xmlns:a="http://schemas.openxmlformats.org/drawingml/2006/main" noGrp="1"/>
          </p:cNvSpPr>
          <p:nvPr/>
        </p:nvSpPr>
        <p:spPr>
          <a:xfrm xmlns:a="http://schemas.openxmlformats.org/drawingml/2006/main">
            <a:off x="685800" y="8667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83F"/>
                </a:solidFill>
                <a:latin typeface="Malgun Gothic"/>
                <a:ea typeface="Malgun Gothic"/>
                <a:cs typeface="Malgun Gothic"/>
              </a:defRPr>
            </a:defPPr>
            <a:lvl1pPr algn="l">
              <a:buNone/>
              <a:defRPr sz="3300" b="1">
                <a:solidFill>
                  <a:srgbClr val="15283F"/>
                </a:solidFill>
                <a:latin typeface="Malgun Gothic"/>
                <a:ea typeface="Malgun Gothic"/>
                <a:cs typeface="Malgun Gothic"/>
              </a:defRPr>
            </a:lvl1pPr>
            <a:lvl2pPr algn="l">
              <a:buNone/>
              <a:defRPr sz="3300" b="1">
                <a:solidFill>
                  <a:srgbClr val="15283F"/>
                </a:solidFill>
                <a:latin typeface="Malgun Gothic"/>
                <a:ea typeface="Malgun Gothic"/>
                <a:cs typeface="Malgun Gothic"/>
              </a:defRPr>
            </a:lvl2pPr>
            <a:lvl3pPr algn="l">
              <a:buNone/>
              <a:defRPr sz="3300" b="1">
                <a:solidFill>
                  <a:srgbClr val="15283F"/>
                </a:solidFill>
                <a:latin typeface="Malgun Gothic"/>
                <a:ea typeface="Malgun Gothic"/>
                <a:cs typeface="Malgun Gothic"/>
              </a:defRPr>
            </a:lvl3pPr>
            <a:lvl4pPr algn="l">
              <a:buNone/>
              <a:defRPr sz="3300" b="1">
                <a:solidFill>
                  <a:srgbClr val="15283F"/>
                </a:solidFill>
                <a:latin typeface="Malgun Gothic"/>
                <a:ea typeface="Malgun Gothic"/>
                <a:cs typeface="Malgun Gothic"/>
              </a:defRPr>
            </a:lvl4pPr>
            <a:lvl5pPr algn="l">
              <a:buNone/>
              <a:defRPr sz="3300" b="1">
                <a:solidFill>
                  <a:srgbClr val="15283F"/>
                </a:solidFill>
                <a:latin typeface="Malgun Gothic"/>
                <a:ea typeface="Malgun Gothic"/>
                <a:cs typeface="Malgun Gothic"/>
              </a:defRPr>
            </a:lvl5pPr>
            <a:lvl6pPr algn="l">
              <a:buNone/>
              <a:defRPr sz="3300" b="1">
                <a:solidFill>
                  <a:srgbClr val="15283F"/>
                </a:solidFill>
                <a:latin typeface="Malgun Gothic"/>
                <a:ea typeface="Malgun Gothic"/>
                <a:cs typeface="Malgun Gothic"/>
              </a:defRPr>
            </a:lvl6pPr>
            <a:lvl7pPr algn="l">
              <a:buNone/>
              <a:defRPr sz="3300" b="1">
                <a:solidFill>
                  <a:srgbClr val="15283F"/>
                </a:solidFill>
                <a:latin typeface="Malgun Gothic"/>
                <a:ea typeface="Malgun Gothic"/>
                <a:cs typeface="Malgun Gothic"/>
              </a:defRPr>
            </a:lvl7pPr>
            <a:lvl8pPr algn="l">
              <a:buNone/>
              <a:defRPr sz="3300" b="1">
                <a:solidFill>
                  <a:srgbClr val="15283F"/>
                </a:solidFill>
                <a:latin typeface="Malgun Gothic"/>
                <a:ea typeface="Malgun Gothic"/>
                <a:cs typeface="Malgun Gothic"/>
              </a:defRPr>
            </a:lvl8pPr>
            <a:lvl9pPr algn="l">
              <a:buNone/>
              <a:defRPr sz="3300" b="1">
                <a:solidFill>
                  <a:srgbClr val="15283F"/>
                </a:solidFill>
                <a:latin typeface="Malgun Gothic"/>
                <a:ea typeface="Malgun Gothic"/>
                <a:cs typeface="Malgun Gothic"/>
              </a:defRPr>
            </a:lvl9pPr>
          </a:lstStyle>
          <a:p xmlns:a="http://schemas.openxmlformats.org/drawingml/2006/main">
            <a:pPr algn="l">
              <a:buNone/>
              <a:defRPr sz="3300" b="1">
                <a:solidFill>
                  <a:srgbClr val="15283F"/>
                </a:solidFill>
                <a:latin typeface="Malgun Gothic"/>
                <a:ea typeface="Malgun Gothic"/>
                <a:cs typeface="Malgun Gothic"/>
              </a:defRPr>
            </a:pPr>
            <a:r>
              <a:rPr sz="3300" b="1">
                <a:solidFill>
                  <a:srgbClr val="15283F"/>
                </a:solidFill>
                <a:latin typeface="Malgun Gothic"/>
                <a:ea typeface="Malgun Gothic"/>
                <a:cs typeface="Malgun Gothic"/>
              </a:rPr>
              <a:t>지구 3회 · 화성 1회의 중력 도움</a:t>
            </a:r>
          </a:p>
        </p:txBody>
      </p:sp>
      <p:sp>
        <p:nvSpPr>
          <p:cNvPr id="3" name="FLYBY · 중력 도움">
            <a:extLst xmlns:a="http://schemas.openxmlformats.org/drawingml/2006/main">
              <a:ext uri="{FF2B5EF4-FFF2-40B4-BE49-F238E27FC236}">
                <a16:creationId xmlns:a16="http://schemas.microsoft.com/office/drawing/2014/main" id="{9C6B82D7-6F9B-4627-9234-53A0E575C1D4}"/>
              </a:ext>
            </a:extLst>
          </p:cNvPr>
          <p:cNvSpPr>
            <a:spLocks xmlns:a="http://schemas.openxmlformats.org/drawingml/2006/main" noGrp="1"/>
          </p:cNvSpPr>
          <p:nvPr/>
        </p:nvSpPr>
        <p:spPr>
          <a:xfrm xmlns:a="http://schemas.openxmlformats.org/drawingml/2006/main">
            <a:off x="685800" y="64293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758A"/>
                </a:solidFill>
                <a:latin typeface="Malgun Gothic"/>
                <a:ea typeface="Malgun Gothic"/>
                <a:cs typeface="Malgun Gothic"/>
              </a:defRPr>
            </a:defPPr>
            <a:lvl1pPr algn="l">
              <a:buNone/>
              <a:defRPr sz="1050" b="0">
                <a:solidFill>
                  <a:srgbClr val="66758A"/>
                </a:solidFill>
                <a:latin typeface="Malgun Gothic"/>
                <a:ea typeface="Malgun Gothic"/>
                <a:cs typeface="Malgun Gothic"/>
              </a:defRPr>
            </a:lvl1pPr>
            <a:lvl2pPr algn="l">
              <a:buNone/>
              <a:defRPr sz="1050" b="0">
                <a:solidFill>
                  <a:srgbClr val="66758A"/>
                </a:solidFill>
                <a:latin typeface="Malgun Gothic"/>
                <a:ea typeface="Malgun Gothic"/>
                <a:cs typeface="Malgun Gothic"/>
              </a:defRPr>
            </a:lvl2pPr>
            <a:lvl3pPr algn="l">
              <a:buNone/>
              <a:defRPr sz="1050" b="0">
                <a:solidFill>
                  <a:srgbClr val="66758A"/>
                </a:solidFill>
                <a:latin typeface="Malgun Gothic"/>
                <a:ea typeface="Malgun Gothic"/>
                <a:cs typeface="Malgun Gothic"/>
              </a:defRPr>
            </a:lvl3pPr>
            <a:lvl4pPr algn="l">
              <a:buNone/>
              <a:defRPr sz="1050" b="0">
                <a:solidFill>
                  <a:srgbClr val="66758A"/>
                </a:solidFill>
                <a:latin typeface="Malgun Gothic"/>
                <a:ea typeface="Malgun Gothic"/>
                <a:cs typeface="Malgun Gothic"/>
              </a:defRPr>
            </a:lvl4pPr>
            <a:lvl5pPr algn="l">
              <a:buNone/>
              <a:defRPr sz="1050" b="0">
                <a:solidFill>
                  <a:srgbClr val="66758A"/>
                </a:solidFill>
                <a:latin typeface="Malgun Gothic"/>
                <a:ea typeface="Malgun Gothic"/>
                <a:cs typeface="Malgun Gothic"/>
              </a:defRPr>
            </a:lvl5pPr>
            <a:lvl6pPr algn="l">
              <a:buNone/>
              <a:defRPr sz="1050" b="0">
                <a:solidFill>
                  <a:srgbClr val="66758A"/>
                </a:solidFill>
                <a:latin typeface="Malgun Gothic"/>
                <a:ea typeface="Malgun Gothic"/>
                <a:cs typeface="Malgun Gothic"/>
              </a:defRPr>
            </a:lvl6pPr>
            <a:lvl7pPr algn="l">
              <a:buNone/>
              <a:defRPr sz="1050" b="0">
                <a:solidFill>
                  <a:srgbClr val="66758A"/>
                </a:solidFill>
                <a:latin typeface="Malgun Gothic"/>
                <a:ea typeface="Malgun Gothic"/>
                <a:cs typeface="Malgun Gothic"/>
              </a:defRPr>
            </a:lvl7pPr>
            <a:lvl8pPr algn="l">
              <a:buNone/>
              <a:defRPr sz="1050" b="0">
                <a:solidFill>
                  <a:srgbClr val="66758A"/>
                </a:solidFill>
                <a:latin typeface="Malgun Gothic"/>
                <a:ea typeface="Malgun Gothic"/>
                <a:cs typeface="Malgun Gothic"/>
              </a:defRPr>
            </a:lvl8pPr>
            <a:lvl9pPr algn="l">
              <a:buNone/>
              <a:defRPr sz="1050" b="0">
                <a:solidFill>
                  <a:srgbClr val="66758A"/>
                </a:solidFill>
                <a:latin typeface="Malgun Gothic"/>
                <a:ea typeface="Malgun Gothic"/>
                <a:cs typeface="Malgun Gothic"/>
              </a:defRPr>
            </a:lvl9pPr>
          </a:lstStyle>
          <a:p xmlns:a="http://schemas.openxmlformats.org/drawingml/2006/main">
            <a:pPr algn="l">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FLYBY · 중력 도움</a:t>
            </a:r>
          </a:p>
        </p:txBody>
      </p:sp>
      <p:sp>
        <p:nvSpPr>
          <p:cNvPr id="4" name="15 / 18">
            <a:extLst xmlns:a="http://schemas.openxmlformats.org/drawingml/2006/main">
              <a:ext uri="{FF2B5EF4-FFF2-40B4-BE49-F238E27FC236}">
                <a16:creationId xmlns:a16="http://schemas.microsoft.com/office/drawing/2014/main" id="{7BB29C87-4DAC-4CFE-A261-CDBBA11B8FC6}"/>
              </a:ext>
            </a:extLst>
          </p:cNvPr>
          <p:cNvSpPr>
            <a:spLocks xmlns:a="http://schemas.openxmlformats.org/drawingml/2006/main" noGrp="1"/>
          </p:cNvSpPr>
          <p:nvPr/>
        </p:nvSpPr>
        <p:spPr>
          <a:xfrm xmlns:a="http://schemas.openxmlformats.org/drawingml/2006/main">
            <a:off x="10477500" y="6429375"/>
            <a:ext cx="1028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6758A"/>
                </a:solidFill>
                <a:latin typeface="Malgun Gothic"/>
                <a:ea typeface="Malgun Gothic"/>
                <a:cs typeface="Malgun Gothic"/>
              </a:defRPr>
            </a:defPPr>
            <a:lvl1pPr algn="r">
              <a:buNone/>
              <a:defRPr sz="1050" b="0">
                <a:solidFill>
                  <a:srgbClr val="66758A"/>
                </a:solidFill>
                <a:latin typeface="Malgun Gothic"/>
                <a:ea typeface="Malgun Gothic"/>
                <a:cs typeface="Malgun Gothic"/>
              </a:defRPr>
            </a:lvl1pPr>
            <a:lvl2pPr algn="r">
              <a:buNone/>
              <a:defRPr sz="1050" b="0">
                <a:solidFill>
                  <a:srgbClr val="66758A"/>
                </a:solidFill>
                <a:latin typeface="Malgun Gothic"/>
                <a:ea typeface="Malgun Gothic"/>
                <a:cs typeface="Malgun Gothic"/>
              </a:defRPr>
            </a:lvl2pPr>
            <a:lvl3pPr algn="r">
              <a:buNone/>
              <a:defRPr sz="1050" b="0">
                <a:solidFill>
                  <a:srgbClr val="66758A"/>
                </a:solidFill>
                <a:latin typeface="Malgun Gothic"/>
                <a:ea typeface="Malgun Gothic"/>
                <a:cs typeface="Malgun Gothic"/>
              </a:defRPr>
            </a:lvl3pPr>
            <a:lvl4pPr algn="r">
              <a:buNone/>
              <a:defRPr sz="1050" b="0">
                <a:solidFill>
                  <a:srgbClr val="66758A"/>
                </a:solidFill>
                <a:latin typeface="Malgun Gothic"/>
                <a:ea typeface="Malgun Gothic"/>
                <a:cs typeface="Malgun Gothic"/>
              </a:defRPr>
            </a:lvl4pPr>
            <a:lvl5pPr algn="r">
              <a:buNone/>
              <a:defRPr sz="1050" b="0">
                <a:solidFill>
                  <a:srgbClr val="66758A"/>
                </a:solidFill>
                <a:latin typeface="Malgun Gothic"/>
                <a:ea typeface="Malgun Gothic"/>
                <a:cs typeface="Malgun Gothic"/>
              </a:defRPr>
            </a:lvl5pPr>
            <a:lvl6pPr algn="r">
              <a:buNone/>
              <a:defRPr sz="1050" b="0">
                <a:solidFill>
                  <a:srgbClr val="66758A"/>
                </a:solidFill>
                <a:latin typeface="Malgun Gothic"/>
                <a:ea typeface="Malgun Gothic"/>
                <a:cs typeface="Malgun Gothic"/>
              </a:defRPr>
            </a:lvl6pPr>
            <a:lvl7pPr algn="r">
              <a:buNone/>
              <a:defRPr sz="1050" b="0">
                <a:solidFill>
                  <a:srgbClr val="66758A"/>
                </a:solidFill>
                <a:latin typeface="Malgun Gothic"/>
                <a:ea typeface="Malgun Gothic"/>
                <a:cs typeface="Malgun Gothic"/>
              </a:defRPr>
            </a:lvl7pPr>
            <a:lvl8pPr algn="r">
              <a:buNone/>
              <a:defRPr sz="1050" b="0">
                <a:solidFill>
                  <a:srgbClr val="66758A"/>
                </a:solidFill>
                <a:latin typeface="Malgun Gothic"/>
                <a:ea typeface="Malgun Gothic"/>
                <a:cs typeface="Malgun Gothic"/>
              </a:defRPr>
            </a:lvl8pPr>
            <a:lvl9pPr algn="r">
              <a:buNone/>
              <a:defRPr sz="1050" b="0">
                <a:solidFill>
                  <a:srgbClr val="66758A"/>
                </a:solidFill>
                <a:latin typeface="Malgun Gothic"/>
                <a:ea typeface="Malgun Gothic"/>
                <a:cs typeface="Malgun Gothic"/>
              </a:defRPr>
            </a:lvl9pPr>
          </a:lstStyle>
          <a:p xmlns:a="http://schemas.openxmlformats.org/drawingml/2006/main">
            <a:pPr algn="r">
              <a:buNone/>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09 / 10</a:t>
            </a:r>
          </a:p>
        </p:txBody>
      </p:sp>
      <p:sp>
        <p:nvSpPr>
          <p:cNvPr id="11" name="2004.03">
            <a:extLst xmlns:a="http://schemas.openxmlformats.org/drawingml/2006/main">
              <a:ext uri="{FF2B5EF4-FFF2-40B4-BE49-F238E27FC236}">
                <a16:creationId xmlns:a16="http://schemas.microsoft.com/office/drawing/2014/main" id="{6F07E652-B707-44DD-8998-3FA1BE91AED5}"/>
              </a:ext>
            </a:extLst>
          </p:cNvPr>
          <p:cNvSpPr>
            <a:spLocks xmlns:a="http://schemas.openxmlformats.org/drawingml/2006/main" noGrp="1"/>
          </p:cNvSpPr>
          <p:nvPr/>
        </p:nvSpPr>
        <p:spPr>
          <a:xfrm xmlns:a="http://schemas.openxmlformats.org/drawingml/2006/main">
            <a:off x="685800" y="2076450"/>
            <a:ext cx="1666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E66A3"/>
                </a:solidFill>
                <a:latin typeface="Malgun Gothic"/>
                <a:ea typeface="Malgun Gothic"/>
                <a:cs typeface="Malgun Gothic"/>
              </a:defRPr>
            </a:defPPr>
            <a:lvl1pPr algn="l">
              <a:defRPr sz="1950" b="1">
                <a:solidFill>
                  <a:srgbClr val="2E66A3"/>
                </a:solidFill>
                <a:latin typeface="Malgun Gothic"/>
                <a:ea typeface="Malgun Gothic"/>
                <a:cs typeface="Malgun Gothic"/>
              </a:defRPr>
            </a:lvl1pPr>
            <a:lvl2pPr algn="l">
              <a:defRPr sz="1950" b="1">
                <a:solidFill>
                  <a:srgbClr val="2E66A3"/>
                </a:solidFill>
                <a:latin typeface="Malgun Gothic"/>
                <a:ea typeface="Malgun Gothic"/>
                <a:cs typeface="Malgun Gothic"/>
              </a:defRPr>
            </a:lvl2pPr>
            <a:lvl3pPr algn="l">
              <a:defRPr sz="1950" b="1">
                <a:solidFill>
                  <a:srgbClr val="2E66A3"/>
                </a:solidFill>
                <a:latin typeface="Malgun Gothic"/>
                <a:ea typeface="Malgun Gothic"/>
                <a:cs typeface="Malgun Gothic"/>
              </a:defRPr>
            </a:lvl3pPr>
            <a:lvl4pPr algn="l">
              <a:defRPr sz="1950" b="1">
                <a:solidFill>
                  <a:srgbClr val="2E66A3"/>
                </a:solidFill>
                <a:latin typeface="Malgun Gothic"/>
                <a:ea typeface="Malgun Gothic"/>
                <a:cs typeface="Malgun Gothic"/>
              </a:defRPr>
            </a:lvl4pPr>
            <a:lvl5pPr algn="l">
              <a:defRPr sz="1950" b="1">
                <a:solidFill>
                  <a:srgbClr val="2E66A3"/>
                </a:solidFill>
                <a:latin typeface="Malgun Gothic"/>
                <a:ea typeface="Malgun Gothic"/>
                <a:cs typeface="Malgun Gothic"/>
              </a:defRPr>
            </a:lvl5pPr>
            <a:lvl6pPr algn="l">
              <a:defRPr sz="1950" b="1">
                <a:solidFill>
                  <a:srgbClr val="2E66A3"/>
                </a:solidFill>
                <a:latin typeface="Malgun Gothic"/>
                <a:ea typeface="Malgun Gothic"/>
                <a:cs typeface="Malgun Gothic"/>
              </a:defRPr>
            </a:lvl6pPr>
            <a:lvl7pPr algn="l">
              <a:defRPr sz="1950" b="1">
                <a:solidFill>
                  <a:srgbClr val="2E66A3"/>
                </a:solidFill>
                <a:latin typeface="Malgun Gothic"/>
                <a:ea typeface="Malgun Gothic"/>
                <a:cs typeface="Malgun Gothic"/>
              </a:defRPr>
            </a:lvl7pPr>
            <a:lvl8pPr algn="l">
              <a:defRPr sz="1950" b="1">
                <a:solidFill>
                  <a:srgbClr val="2E66A3"/>
                </a:solidFill>
                <a:latin typeface="Malgun Gothic"/>
                <a:ea typeface="Malgun Gothic"/>
                <a:cs typeface="Malgun Gothic"/>
              </a:defRPr>
            </a:lvl8pPr>
            <a:lvl9pPr algn="l">
              <a:defRPr sz="1950" b="1">
                <a:solidFill>
                  <a:srgbClr val="2E66A3"/>
                </a:solidFill>
                <a:latin typeface="Malgun Gothic"/>
                <a:ea typeface="Malgun Gothic"/>
                <a:cs typeface="Malgun Gothic"/>
              </a:defRPr>
            </a:lvl9pPr>
          </a:lstStyle>
          <a:p xmlns:a="http://schemas.openxmlformats.org/drawingml/2006/main">
            <a:pPr algn="l">
              <a:defRPr sz="1950" b="1">
                <a:solidFill>
                  <a:srgbClr val="2E66A3"/>
                </a:solidFill>
                <a:latin typeface="Malgun Gothic"/>
                <a:ea typeface="Malgun Gothic"/>
                <a:cs typeface="Malgun Gothic"/>
              </a:defRPr>
            </a:pPr>
            <a:r>
              <a:rPr sz="1950" b="1">
                <a:solidFill>
                  <a:srgbClr val="2E66A3"/>
                </a:solidFill>
                <a:latin typeface="Malgun Gothic"/>
                <a:ea typeface="Malgun Gothic"/>
                <a:cs typeface="Malgun Gothic"/>
              </a:rPr>
              <a:t>2004.03</a:t>
            </a:r>
          </a:p>
        </p:txBody>
      </p:sp>
      <p:sp>
        <p:nvSpPr>
          <p:cNvPr id="12" name="지구 출발">
            <a:extLst xmlns:a="http://schemas.openxmlformats.org/drawingml/2006/main">
              <a:ext uri="{FF2B5EF4-FFF2-40B4-BE49-F238E27FC236}">
                <a16:creationId xmlns:a16="http://schemas.microsoft.com/office/drawing/2014/main" id="{575CE2F2-17F9-4C88-884B-B4E915012075}"/>
              </a:ext>
            </a:extLst>
          </p:cNvPr>
          <p:cNvSpPr>
            <a:spLocks xmlns:a="http://schemas.openxmlformats.org/drawingml/2006/main" noGrp="1"/>
          </p:cNvSpPr>
          <p:nvPr/>
        </p:nvSpPr>
        <p:spPr>
          <a:xfrm xmlns:a="http://schemas.openxmlformats.org/drawingml/2006/main">
            <a:off x="2524125" y="2076450"/>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D3048"/>
                </a:solidFill>
                <a:latin typeface="Malgun Gothic"/>
                <a:ea typeface="Malgun Gothic"/>
                <a:cs typeface="Malgun Gothic"/>
              </a:defRPr>
            </a:defPPr>
            <a:lvl1pPr algn="l">
              <a:defRPr sz="1875" b="0">
                <a:solidFill>
                  <a:srgbClr val="1D3048"/>
                </a:solidFill>
                <a:latin typeface="Malgun Gothic"/>
                <a:ea typeface="Malgun Gothic"/>
                <a:cs typeface="Malgun Gothic"/>
              </a:defRPr>
            </a:lvl1pPr>
            <a:lvl2pPr algn="l">
              <a:defRPr sz="1875" b="0">
                <a:solidFill>
                  <a:srgbClr val="1D3048"/>
                </a:solidFill>
                <a:latin typeface="Malgun Gothic"/>
                <a:ea typeface="Malgun Gothic"/>
                <a:cs typeface="Malgun Gothic"/>
              </a:defRPr>
            </a:lvl2pPr>
            <a:lvl3pPr algn="l">
              <a:defRPr sz="1875" b="0">
                <a:solidFill>
                  <a:srgbClr val="1D3048"/>
                </a:solidFill>
                <a:latin typeface="Malgun Gothic"/>
                <a:ea typeface="Malgun Gothic"/>
                <a:cs typeface="Malgun Gothic"/>
              </a:defRPr>
            </a:lvl3pPr>
            <a:lvl4pPr algn="l">
              <a:defRPr sz="1875" b="0">
                <a:solidFill>
                  <a:srgbClr val="1D3048"/>
                </a:solidFill>
                <a:latin typeface="Malgun Gothic"/>
                <a:ea typeface="Malgun Gothic"/>
                <a:cs typeface="Malgun Gothic"/>
              </a:defRPr>
            </a:lvl4pPr>
            <a:lvl5pPr algn="l">
              <a:defRPr sz="1875" b="0">
                <a:solidFill>
                  <a:srgbClr val="1D3048"/>
                </a:solidFill>
                <a:latin typeface="Malgun Gothic"/>
                <a:ea typeface="Malgun Gothic"/>
                <a:cs typeface="Malgun Gothic"/>
              </a:defRPr>
            </a:lvl5pPr>
            <a:lvl6pPr algn="l">
              <a:defRPr sz="1875" b="0">
                <a:solidFill>
                  <a:srgbClr val="1D3048"/>
                </a:solidFill>
                <a:latin typeface="Malgun Gothic"/>
                <a:ea typeface="Malgun Gothic"/>
                <a:cs typeface="Malgun Gothic"/>
              </a:defRPr>
            </a:lvl6pPr>
            <a:lvl7pPr algn="l">
              <a:defRPr sz="1875" b="0">
                <a:solidFill>
                  <a:srgbClr val="1D3048"/>
                </a:solidFill>
                <a:latin typeface="Malgun Gothic"/>
                <a:ea typeface="Malgun Gothic"/>
                <a:cs typeface="Malgun Gothic"/>
              </a:defRPr>
            </a:lvl7pPr>
            <a:lvl8pPr algn="l">
              <a:defRPr sz="1875" b="0">
                <a:solidFill>
                  <a:srgbClr val="1D3048"/>
                </a:solidFill>
                <a:latin typeface="Malgun Gothic"/>
                <a:ea typeface="Malgun Gothic"/>
                <a:cs typeface="Malgun Gothic"/>
              </a:defRPr>
            </a:lvl8pPr>
            <a:lvl9pPr algn="l">
              <a:defRPr sz="1875" b="0">
                <a:solidFill>
                  <a:srgbClr val="1D3048"/>
                </a:solidFill>
                <a:latin typeface="Malgun Gothic"/>
                <a:ea typeface="Malgun Gothic"/>
                <a:cs typeface="Malgun Gothic"/>
              </a:defRPr>
            </a:lvl9pPr>
          </a:lstStyle>
          <a:p xmlns:a="http://schemas.openxmlformats.org/drawingml/2006/main">
            <a:pPr algn="l">
              <a:defRPr sz="1875" b="0">
                <a:solidFill>
                  <a:srgbClr val="1D3048"/>
                </a:solidFill>
                <a:latin typeface="Malgun Gothic"/>
                <a:ea typeface="Malgun Gothic"/>
                <a:cs typeface="Malgun Gothic"/>
              </a:defRPr>
            </a:pPr>
            <a:r>
              <a:rPr sz="1875" b="0">
                <a:solidFill>
                  <a:srgbClr val="1D3048"/>
                </a:solidFill>
                <a:latin typeface="Malgun Gothic"/>
                <a:ea typeface="Malgun Gothic"/>
                <a:cs typeface="Malgun Gothic"/>
              </a:rPr>
              <a:t>지구 출발</a:t>
            </a:r>
          </a:p>
        </p:txBody>
      </p:sp>
      <p:sp>
        <p:nvSpPr>
          <p:cNvPr id="13" name="2005.03">
            <a:extLst xmlns:a="http://schemas.openxmlformats.org/drawingml/2006/main">
              <a:ext uri="{FF2B5EF4-FFF2-40B4-BE49-F238E27FC236}">
                <a16:creationId xmlns:a16="http://schemas.microsoft.com/office/drawing/2014/main" id="{231A8E18-B563-4250-B218-45B6E498EFB5}"/>
              </a:ext>
            </a:extLst>
          </p:cNvPr>
          <p:cNvSpPr>
            <a:spLocks xmlns:a="http://schemas.openxmlformats.org/drawingml/2006/main" noGrp="1"/>
          </p:cNvSpPr>
          <p:nvPr/>
        </p:nvSpPr>
        <p:spPr>
          <a:xfrm xmlns:a="http://schemas.openxmlformats.org/drawingml/2006/main">
            <a:off x="685800" y="2686050"/>
            <a:ext cx="1666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E66A3"/>
                </a:solidFill>
                <a:latin typeface="Malgun Gothic"/>
                <a:ea typeface="Malgun Gothic"/>
                <a:cs typeface="Malgun Gothic"/>
              </a:defRPr>
            </a:defPPr>
            <a:lvl1pPr algn="l">
              <a:defRPr sz="1950" b="1">
                <a:solidFill>
                  <a:srgbClr val="2E66A3"/>
                </a:solidFill>
                <a:latin typeface="Malgun Gothic"/>
                <a:ea typeface="Malgun Gothic"/>
                <a:cs typeface="Malgun Gothic"/>
              </a:defRPr>
            </a:lvl1pPr>
            <a:lvl2pPr algn="l">
              <a:defRPr sz="1950" b="1">
                <a:solidFill>
                  <a:srgbClr val="2E66A3"/>
                </a:solidFill>
                <a:latin typeface="Malgun Gothic"/>
                <a:ea typeface="Malgun Gothic"/>
                <a:cs typeface="Malgun Gothic"/>
              </a:defRPr>
            </a:lvl2pPr>
            <a:lvl3pPr algn="l">
              <a:defRPr sz="1950" b="1">
                <a:solidFill>
                  <a:srgbClr val="2E66A3"/>
                </a:solidFill>
                <a:latin typeface="Malgun Gothic"/>
                <a:ea typeface="Malgun Gothic"/>
                <a:cs typeface="Malgun Gothic"/>
              </a:defRPr>
            </a:lvl3pPr>
            <a:lvl4pPr algn="l">
              <a:defRPr sz="1950" b="1">
                <a:solidFill>
                  <a:srgbClr val="2E66A3"/>
                </a:solidFill>
                <a:latin typeface="Malgun Gothic"/>
                <a:ea typeface="Malgun Gothic"/>
                <a:cs typeface="Malgun Gothic"/>
              </a:defRPr>
            </a:lvl4pPr>
            <a:lvl5pPr algn="l">
              <a:defRPr sz="1950" b="1">
                <a:solidFill>
                  <a:srgbClr val="2E66A3"/>
                </a:solidFill>
                <a:latin typeface="Malgun Gothic"/>
                <a:ea typeface="Malgun Gothic"/>
                <a:cs typeface="Malgun Gothic"/>
              </a:defRPr>
            </a:lvl5pPr>
            <a:lvl6pPr algn="l">
              <a:defRPr sz="1950" b="1">
                <a:solidFill>
                  <a:srgbClr val="2E66A3"/>
                </a:solidFill>
                <a:latin typeface="Malgun Gothic"/>
                <a:ea typeface="Malgun Gothic"/>
                <a:cs typeface="Malgun Gothic"/>
              </a:defRPr>
            </a:lvl6pPr>
            <a:lvl7pPr algn="l">
              <a:defRPr sz="1950" b="1">
                <a:solidFill>
                  <a:srgbClr val="2E66A3"/>
                </a:solidFill>
                <a:latin typeface="Malgun Gothic"/>
                <a:ea typeface="Malgun Gothic"/>
                <a:cs typeface="Malgun Gothic"/>
              </a:defRPr>
            </a:lvl7pPr>
            <a:lvl8pPr algn="l">
              <a:defRPr sz="1950" b="1">
                <a:solidFill>
                  <a:srgbClr val="2E66A3"/>
                </a:solidFill>
                <a:latin typeface="Malgun Gothic"/>
                <a:ea typeface="Malgun Gothic"/>
                <a:cs typeface="Malgun Gothic"/>
              </a:defRPr>
            </a:lvl8pPr>
            <a:lvl9pPr algn="l">
              <a:defRPr sz="1950" b="1">
                <a:solidFill>
                  <a:srgbClr val="2E66A3"/>
                </a:solidFill>
                <a:latin typeface="Malgun Gothic"/>
                <a:ea typeface="Malgun Gothic"/>
                <a:cs typeface="Malgun Gothic"/>
              </a:defRPr>
            </a:lvl9pPr>
          </a:lstStyle>
          <a:p xmlns:a="http://schemas.openxmlformats.org/drawingml/2006/main">
            <a:pPr algn="l">
              <a:defRPr sz="1950" b="1">
                <a:solidFill>
                  <a:srgbClr val="2E66A3"/>
                </a:solidFill>
                <a:latin typeface="Malgun Gothic"/>
                <a:ea typeface="Malgun Gothic"/>
                <a:cs typeface="Malgun Gothic"/>
              </a:defRPr>
            </a:pPr>
            <a:r>
              <a:rPr sz="1950" b="1">
                <a:solidFill>
                  <a:srgbClr val="2E66A3"/>
                </a:solidFill>
                <a:latin typeface="Malgun Gothic"/>
                <a:ea typeface="Malgun Gothic"/>
                <a:cs typeface="Malgun Gothic"/>
              </a:rPr>
              <a:t>2005.03</a:t>
            </a:r>
          </a:p>
        </p:txBody>
      </p:sp>
      <p:sp>
        <p:nvSpPr>
          <p:cNvPr id="14" name="지구 ①">
            <a:extLst xmlns:a="http://schemas.openxmlformats.org/drawingml/2006/main">
              <a:ext uri="{FF2B5EF4-FFF2-40B4-BE49-F238E27FC236}">
                <a16:creationId xmlns:a16="http://schemas.microsoft.com/office/drawing/2014/main" id="{2453A302-30D7-4BDB-9299-6F6462CD7817}"/>
              </a:ext>
            </a:extLst>
          </p:cNvPr>
          <p:cNvSpPr>
            <a:spLocks xmlns:a="http://schemas.openxmlformats.org/drawingml/2006/main" noGrp="1"/>
          </p:cNvSpPr>
          <p:nvPr/>
        </p:nvSpPr>
        <p:spPr>
          <a:xfrm xmlns:a="http://schemas.openxmlformats.org/drawingml/2006/main">
            <a:off x="2524125" y="2686050"/>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D3048"/>
                </a:solidFill>
                <a:latin typeface="Malgun Gothic"/>
                <a:ea typeface="Malgun Gothic"/>
                <a:cs typeface="Malgun Gothic"/>
              </a:defRPr>
            </a:defPPr>
            <a:lvl1pPr algn="l">
              <a:defRPr sz="1875" b="0">
                <a:solidFill>
                  <a:srgbClr val="1D3048"/>
                </a:solidFill>
                <a:latin typeface="Malgun Gothic"/>
                <a:ea typeface="Malgun Gothic"/>
                <a:cs typeface="Malgun Gothic"/>
              </a:defRPr>
            </a:lvl1pPr>
            <a:lvl2pPr algn="l">
              <a:defRPr sz="1875" b="0">
                <a:solidFill>
                  <a:srgbClr val="1D3048"/>
                </a:solidFill>
                <a:latin typeface="Malgun Gothic"/>
                <a:ea typeface="Malgun Gothic"/>
                <a:cs typeface="Malgun Gothic"/>
              </a:defRPr>
            </a:lvl2pPr>
            <a:lvl3pPr algn="l">
              <a:defRPr sz="1875" b="0">
                <a:solidFill>
                  <a:srgbClr val="1D3048"/>
                </a:solidFill>
                <a:latin typeface="Malgun Gothic"/>
                <a:ea typeface="Malgun Gothic"/>
                <a:cs typeface="Malgun Gothic"/>
              </a:defRPr>
            </a:lvl3pPr>
            <a:lvl4pPr algn="l">
              <a:defRPr sz="1875" b="0">
                <a:solidFill>
                  <a:srgbClr val="1D3048"/>
                </a:solidFill>
                <a:latin typeface="Malgun Gothic"/>
                <a:ea typeface="Malgun Gothic"/>
                <a:cs typeface="Malgun Gothic"/>
              </a:defRPr>
            </a:lvl4pPr>
            <a:lvl5pPr algn="l">
              <a:defRPr sz="1875" b="0">
                <a:solidFill>
                  <a:srgbClr val="1D3048"/>
                </a:solidFill>
                <a:latin typeface="Malgun Gothic"/>
                <a:ea typeface="Malgun Gothic"/>
                <a:cs typeface="Malgun Gothic"/>
              </a:defRPr>
            </a:lvl5pPr>
            <a:lvl6pPr algn="l">
              <a:defRPr sz="1875" b="0">
                <a:solidFill>
                  <a:srgbClr val="1D3048"/>
                </a:solidFill>
                <a:latin typeface="Malgun Gothic"/>
                <a:ea typeface="Malgun Gothic"/>
                <a:cs typeface="Malgun Gothic"/>
              </a:defRPr>
            </a:lvl6pPr>
            <a:lvl7pPr algn="l">
              <a:defRPr sz="1875" b="0">
                <a:solidFill>
                  <a:srgbClr val="1D3048"/>
                </a:solidFill>
                <a:latin typeface="Malgun Gothic"/>
                <a:ea typeface="Malgun Gothic"/>
                <a:cs typeface="Malgun Gothic"/>
              </a:defRPr>
            </a:lvl7pPr>
            <a:lvl8pPr algn="l">
              <a:defRPr sz="1875" b="0">
                <a:solidFill>
                  <a:srgbClr val="1D3048"/>
                </a:solidFill>
                <a:latin typeface="Malgun Gothic"/>
                <a:ea typeface="Malgun Gothic"/>
                <a:cs typeface="Malgun Gothic"/>
              </a:defRPr>
            </a:lvl8pPr>
            <a:lvl9pPr algn="l">
              <a:defRPr sz="1875" b="0">
                <a:solidFill>
                  <a:srgbClr val="1D3048"/>
                </a:solidFill>
                <a:latin typeface="Malgun Gothic"/>
                <a:ea typeface="Malgun Gothic"/>
                <a:cs typeface="Malgun Gothic"/>
              </a:defRPr>
            </a:lvl9pPr>
          </a:lstStyle>
          <a:p xmlns:a="http://schemas.openxmlformats.org/drawingml/2006/main">
            <a:pPr algn="l">
              <a:defRPr sz="1875" b="0">
                <a:solidFill>
                  <a:srgbClr val="1D3048"/>
                </a:solidFill>
                <a:latin typeface="Malgun Gothic"/>
                <a:ea typeface="Malgun Gothic"/>
                <a:cs typeface="Malgun Gothic"/>
              </a:defRPr>
            </a:pPr>
            <a:r>
              <a:rPr sz="1875" b="0">
                <a:solidFill>
                  <a:srgbClr val="1D3048"/>
                </a:solidFill>
                <a:latin typeface="Malgun Gothic"/>
                <a:ea typeface="Malgun Gothic"/>
                <a:cs typeface="Malgun Gothic"/>
              </a:rPr>
              <a:t>지구 ①</a:t>
            </a:r>
          </a:p>
        </p:txBody>
      </p:sp>
      <p:sp>
        <p:nvSpPr>
          <p:cNvPr id="15" name="2007.02">
            <a:extLst xmlns:a="http://schemas.openxmlformats.org/drawingml/2006/main">
              <a:ext uri="{FF2B5EF4-FFF2-40B4-BE49-F238E27FC236}">
                <a16:creationId xmlns:a16="http://schemas.microsoft.com/office/drawing/2014/main" id="{780742F9-963C-4321-BEFA-C736208A4A45}"/>
              </a:ext>
            </a:extLst>
          </p:cNvPr>
          <p:cNvSpPr>
            <a:spLocks xmlns:a="http://schemas.openxmlformats.org/drawingml/2006/main" noGrp="1"/>
          </p:cNvSpPr>
          <p:nvPr/>
        </p:nvSpPr>
        <p:spPr>
          <a:xfrm xmlns:a="http://schemas.openxmlformats.org/drawingml/2006/main">
            <a:off x="685800" y="3295650"/>
            <a:ext cx="1666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E66A3"/>
                </a:solidFill>
                <a:latin typeface="Malgun Gothic"/>
                <a:ea typeface="Malgun Gothic"/>
                <a:cs typeface="Malgun Gothic"/>
              </a:defRPr>
            </a:defPPr>
            <a:lvl1pPr algn="l">
              <a:defRPr sz="1950" b="1">
                <a:solidFill>
                  <a:srgbClr val="2E66A3"/>
                </a:solidFill>
                <a:latin typeface="Malgun Gothic"/>
                <a:ea typeface="Malgun Gothic"/>
                <a:cs typeface="Malgun Gothic"/>
              </a:defRPr>
            </a:lvl1pPr>
            <a:lvl2pPr algn="l">
              <a:defRPr sz="1950" b="1">
                <a:solidFill>
                  <a:srgbClr val="2E66A3"/>
                </a:solidFill>
                <a:latin typeface="Malgun Gothic"/>
                <a:ea typeface="Malgun Gothic"/>
                <a:cs typeface="Malgun Gothic"/>
              </a:defRPr>
            </a:lvl2pPr>
            <a:lvl3pPr algn="l">
              <a:defRPr sz="1950" b="1">
                <a:solidFill>
                  <a:srgbClr val="2E66A3"/>
                </a:solidFill>
                <a:latin typeface="Malgun Gothic"/>
                <a:ea typeface="Malgun Gothic"/>
                <a:cs typeface="Malgun Gothic"/>
              </a:defRPr>
            </a:lvl3pPr>
            <a:lvl4pPr algn="l">
              <a:defRPr sz="1950" b="1">
                <a:solidFill>
                  <a:srgbClr val="2E66A3"/>
                </a:solidFill>
                <a:latin typeface="Malgun Gothic"/>
                <a:ea typeface="Malgun Gothic"/>
                <a:cs typeface="Malgun Gothic"/>
              </a:defRPr>
            </a:lvl4pPr>
            <a:lvl5pPr algn="l">
              <a:defRPr sz="1950" b="1">
                <a:solidFill>
                  <a:srgbClr val="2E66A3"/>
                </a:solidFill>
                <a:latin typeface="Malgun Gothic"/>
                <a:ea typeface="Malgun Gothic"/>
                <a:cs typeface="Malgun Gothic"/>
              </a:defRPr>
            </a:lvl5pPr>
            <a:lvl6pPr algn="l">
              <a:defRPr sz="1950" b="1">
                <a:solidFill>
                  <a:srgbClr val="2E66A3"/>
                </a:solidFill>
                <a:latin typeface="Malgun Gothic"/>
                <a:ea typeface="Malgun Gothic"/>
                <a:cs typeface="Malgun Gothic"/>
              </a:defRPr>
            </a:lvl6pPr>
            <a:lvl7pPr algn="l">
              <a:defRPr sz="1950" b="1">
                <a:solidFill>
                  <a:srgbClr val="2E66A3"/>
                </a:solidFill>
                <a:latin typeface="Malgun Gothic"/>
                <a:ea typeface="Malgun Gothic"/>
                <a:cs typeface="Malgun Gothic"/>
              </a:defRPr>
            </a:lvl7pPr>
            <a:lvl8pPr algn="l">
              <a:defRPr sz="1950" b="1">
                <a:solidFill>
                  <a:srgbClr val="2E66A3"/>
                </a:solidFill>
                <a:latin typeface="Malgun Gothic"/>
                <a:ea typeface="Malgun Gothic"/>
                <a:cs typeface="Malgun Gothic"/>
              </a:defRPr>
            </a:lvl8pPr>
            <a:lvl9pPr algn="l">
              <a:defRPr sz="1950" b="1">
                <a:solidFill>
                  <a:srgbClr val="2E66A3"/>
                </a:solidFill>
                <a:latin typeface="Malgun Gothic"/>
                <a:ea typeface="Malgun Gothic"/>
                <a:cs typeface="Malgun Gothic"/>
              </a:defRPr>
            </a:lvl9pPr>
          </a:lstStyle>
          <a:p xmlns:a="http://schemas.openxmlformats.org/drawingml/2006/main">
            <a:pPr algn="l">
              <a:defRPr sz="1950" b="1">
                <a:solidFill>
                  <a:srgbClr val="2E66A3"/>
                </a:solidFill>
                <a:latin typeface="Malgun Gothic"/>
                <a:ea typeface="Malgun Gothic"/>
                <a:cs typeface="Malgun Gothic"/>
              </a:defRPr>
            </a:pPr>
            <a:r>
              <a:rPr sz="1950" b="1">
                <a:solidFill>
                  <a:srgbClr val="2E66A3"/>
                </a:solidFill>
                <a:latin typeface="Malgun Gothic"/>
                <a:ea typeface="Malgun Gothic"/>
                <a:cs typeface="Malgun Gothic"/>
              </a:rPr>
              <a:t>2007.02</a:t>
            </a:r>
          </a:p>
        </p:txBody>
      </p:sp>
      <p:sp>
        <p:nvSpPr>
          <p:cNvPr id="16" name="화성">
            <a:extLst xmlns:a="http://schemas.openxmlformats.org/drawingml/2006/main">
              <a:ext uri="{FF2B5EF4-FFF2-40B4-BE49-F238E27FC236}">
                <a16:creationId xmlns:a16="http://schemas.microsoft.com/office/drawing/2014/main" id="{58020914-A69B-499A-A678-716BA1CE31CE}"/>
              </a:ext>
            </a:extLst>
          </p:cNvPr>
          <p:cNvSpPr>
            <a:spLocks xmlns:a="http://schemas.openxmlformats.org/drawingml/2006/main" noGrp="1"/>
          </p:cNvSpPr>
          <p:nvPr/>
        </p:nvSpPr>
        <p:spPr>
          <a:xfrm xmlns:a="http://schemas.openxmlformats.org/drawingml/2006/main">
            <a:off x="2524125" y="3295650"/>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D3048"/>
                </a:solidFill>
                <a:latin typeface="Malgun Gothic"/>
                <a:ea typeface="Malgun Gothic"/>
                <a:cs typeface="Malgun Gothic"/>
              </a:defRPr>
            </a:defPPr>
            <a:lvl1pPr algn="l">
              <a:defRPr sz="1875" b="0">
                <a:solidFill>
                  <a:srgbClr val="1D3048"/>
                </a:solidFill>
                <a:latin typeface="Malgun Gothic"/>
                <a:ea typeface="Malgun Gothic"/>
                <a:cs typeface="Malgun Gothic"/>
              </a:defRPr>
            </a:lvl1pPr>
            <a:lvl2pPr algn="l">
              <a:defRPr sz="1875" b="0">
                <a:solidFill>
                  <a:srgbClr val="1D3048"/>
                </a:solidFill>
                <a:latin typeface="Malgun Gothic"/>
                <a:ea typeface="Malgun Gothic"/>
                <a:cs typeface="Malgun Gothic"/>
              </a:defRPr>
            </a:lvl2pPr>
            <a:lvl3pPr algn="l">
              <a:defRPr sz="1875" b="0">
                <a:solidFill>
                  <a:srgbClr val="1D3048"/>
                </a:solidFill>
                <a:latin typeface="Malgun Gothic"/>
                <a:ea typeface="Malgun Gothic"/>
                <a:cs typeface="Malgun Gothic"/>
              </a:defRPr>
            </a:lvl3pPr>
            <a:lvl4pPr algn="l">
              <a:defRPr sz="1875" b="0">
                <a:solidFill>
                  <a:srgbClr val="1D3048"/>
                </a:solidFill>
                <a:latin typeface="Malgun Gothic"/>
                <a:ea typeface="Malgun Gothic"/>
                <a:cs typeface="Malgun Gothic"/>
              </a:defRPr>
            </a:lvl4pPr>
            <a:lvl5pPr algn="l">
              <a:defRPr sz="1875" b="0">
                <a:solidFill>
                  <a:srgbClr val="1D3048"/>
                </a:solidFill>
                <a:latin typeface="Malgun Gothic"/>
                <a:ea typeface="Malgun Gothic"/>
                <a:cs typeface="Malgun Gothic"/>
              </a:defRPr>
            </a:lvl5pPr>
            <a:lvl6pPr algn="l">
              <a:defRPr sz="1875" b="0">
                <a:solidFill>
                  <a:srgbClr val="1D3048"/>
                </a:solidFill>
                <a:latin typeface="Malgun Gothic"/>
                <a:ea typeface="Malgun Gothic"/>
                <a:cs typeface="Malgun Gothic"/>
              </a:defRPr>
            </a:lvl6pPr>
            <a:lvl7pPr algn="l">
              <a:defRPr sz="1875" b="0">
                <a:solidFill>
                  <a:srgbClr val="1D3048"/>
                </a:solidFill>
                <a:latin typeface="Malgun Gothic"/>
                <a:ea typeface="Malgun Gothic"/>
                <a:cs typeface="Malgun Gothic"/>
              </a:defRPr>
            </a:lvl7pPr>
            <a:lvl8pPr algn="l">
              <a:defRPr sz="1875" b="0">
                <a:solidFill>
                  <a:srgbClr val="1D3048"/>
                </a:solidFill>
                <a:latin typeface="Malgun Gothic"/>
                <a:ea typeface="Malgun Gothic"/>
                <a:cs typeface="Malgun Gothic"/>
              </a:defRPr>
            </a:lvl8pPr>
            <a:lvl9pPr algn="l">
              <a:defRPr sz="1875" b="0">
                <a:solidFill>
                  <a:srgbClr val="1D3048"/>
                </a:solidFill>
                <a:latin typeface="Malgun Gothic"/>
                <a:ea typeface="Malgun Gothic"/>
                <a:cs typeface="Malgun Gothic"/>
              </a:defRPr>
            </a:lvl9pPr>
          </a:lstStyle>
          <a:p xmlns:a="http://schemas.openxmlformats.org/drawingml/2006/main">
            <a:pPr algn="l">
              <a:defRPr sz="1875" b="0">
                <a:solidFill>
                  <a:srgbClr val="1D3048"/>
                </a:solidFill>
                <a:latin typeface="Malgun Gothic"/>
                <a:ea typeface="Malgun Gothic"/>
                <a:cs typeface="Malgun Gothic"/>
              </a:defRPr>
            </a:pPr>
            <a:r>
              <a:rPr sz="1875" b="0">
                <a:solidFill>
                  <a:srgbClr val="1D3048"/>
                </a:solidFill>
                <a:latin typeface="Malgun Gothic"/>
                <a:ea typeface="Malgun Gothic"/>
                <a:cs typeface="Malgun Gothic"/>
              </a:rPr>
              <a:t>화성</a:t>
            </a:r>
          </a:p>
        </p:txBody>
      </p:sp>
      <p:sp>
        <p:nvSpPr>
          <p:cNvPr id="17" name="2007.11">
            <a:extLst xmlns:a="http://schemas.openxmlformats.org/drawingml/2006/main">
              <a:ext uri="{FF2B5EF4-FFF2-40B4-BE49-F238E27FC236}">
                <a16:creationId xmlns:a16="http://schemas.microsoft.com/office/drawing/2014/main" id="{0E1526EB-D1F6-467C-9048-43EC8527DA46}"/>
              </a:ext>
            </a:extLst>
          </p:cNvPr>
          <p:cNvSpPr>
            <a:spLocks xmlns:a="http://schemas.openxmlformats.org/drawingml/2006/main" noGrp="1"/>
          </p:cNvSpPr>
          <p:nvPr/>
        </p:nvSpPr>
        <p:spPr>
          <a:xfrm xmlns:a="http://schemas.openxmlformats.org/drawingml/2006/main">
            <a:off x="685800" y="3905250"/>
            <a:ext cx="1666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E66A3"/>
                </a:solidFill>
                <a:latin typeface="Malgun Gothic"/>
                <a:ea typeface="Malgun Gothic"/>
                <a:cs typeface="Malgun Gothic"/>
              </a:defRPr>
            </a:defPPr>
            <a:lvl1pPr algn="l">
              <a:defRPr sz="1950" b="1">
                <a:solidFill>
                  <a:srgbClr val="2E66A3"/>
                </a:solidFill>
                <a:latin typeface="Malgun Gothic"/>
                <a:ea typeface="Malgun Gothic"/>
                <a:cs typeface="Malgun Gothic"/>
              </a:defRPr>
            </a:lvl1pPr>
            <a:lvl2pPr algn="l">
              <a:defRPr sz="1950" b="1">
                <a:solidFill>
                  <a:srgbClr val="2E66A3"/>
                </a:solidFill>
                <a:latin typeface="Malgun Gothic"/>
                <a:ea typeface="Malgun Gothic"/>
                <a:cs typeface="Malgun Gothic"/>
              </a:defRPr>
            </a:lvl2pPr>
            <a:lvl3pPr algn="l">
              <a:defRPr sz="1950" b="1">
                <a:solidFill>
                  <a:srgbClr val="2E66A3"/>
                </a:solidFill>
                <a:latin typeface="Malgun Gothic"/>
                <a:ea typeface="Malgun Gothic"/>
                <a:cs typeface="Malgun Gothic"/>
              </a:defRPr>
            </a:lvl3pPr>
            <a:lvl4pPr algn="l">
              <a:defRPr sz="1950" b="1">
                <a:solidFill>
                  <a:srgbClr val="2E66A3"/>
                </a:solidFill>
                <a:latin typeface="Malgun Gothic"/>
                <a:ea typeface="Malgun Gothic"/>
                <a:cs typeface="Malgun Gothic"/>
              </a:defRPr>
            </a:lvl4pPr>
            <a:lvl5pPr algn="l">
              <a:defRPr sz="1950" b="1">
                <a:solidFill>
                  <a:srgbClr val="2E66A3"/>
                </a:solidFill>
                <a:latin typeface="Malgun Gothic"/>
                <a:ea typeface="Malgun Gothic"/>
                <a:cs typeface="Malgun Gothic"/>
              </a:defRPr>
            </a:lvl5pPr>
            <a:lvl6pPr algn="l">
              <a:defRPr sz="1950" b="1">
                <a:solidFill>
                  <a:srgbClr val="2E66A3"/>
                </a:solidFill>
                <a:latin typeface="Malgun Gothic"/>
                <a:ea typeface="Malgun Gothic"/>
                <a:cs typeface="Malgun Gothic"/>
              </a:defRPr>
            </a:lvl6pPr>
            <a:lvl7pPr algn="l">
              <a:defRPr sz="1950" b="1">
                <a:solidFill>
                  <a:srgbClr val="2E66A3"/>
                </a:solidFill>
                <a:latin typeface="Malgun Gothic"/>
                <a:ea typeface="Malgun Gothic"/>
                <a:cs typeface="Malgun Gothic"/>
              </a:defRPr>
            </a:lvl7pPr>
            <a:lvl8pPr algn="l">
              <a:defRPr sz="1950" b="1">
                <a:solidFill>
                  <a:srgbClr val="2E66A3"/>
                </a:solidFill>
                <a:latin typeface="Malgun Gothic"/>
                <a:ea typeface="Malgun Gothic"/>
                <a:cs typeface="Malgun Gothic"/>
              </a:defRPr>
            </a:lvl8pPr>
            <a:lvl9pPr algn="l">
              <a:defRPr sz="1950" b="1">
                <a:solidFill>
                  <a:srgbClr val="2E66A3"/>
                </a:solidFill>
                <a:latin typeface="Malgun Gothic"/>
                <a:ea typeface="Malgun Gothic"/>
                <a:cs typeface="Malgun Gothic"/>
              </a:defRPr>
            </a:lvl9pPr>
          </a:lstStyle>
          <a:p xmlns:a="http://schemas.openxmlformats.org/drawingml/2006/main">
            <a:pPr algn="l">
              <a:defRPr sz="1950" b="1">
                <a:solidFill>
                  <a:srgbClr val="2E66A3"/>
                </a:solidFill>
                <a:latin typeface="Malgun Gothic"/>
                <a:ea typeface="Malgun Gothic"/>
                <a:cs typeface="Malgun Gothic"/>
              </a:defRPr>
            </a:pPr>
            <a:r>
              <a:rPr sz="1950" b="1">
                <a:solidFill>
                  <a:srgbClr val="2E66A3"/>
                </a:solidFill>
                <a:latin typeface="Malgun Gothic"/>
                <a:ea typeface="Malgun Gothic"/>
                <a:cs typeface="Malgun Gothic"/>
              </a:rPr>
              <a:t>2007.11</a:t>
            </a:r>
          </a:p>
        </p:txBody>
      </p:sp>
      <p:sp>
        <p:nvSpPr>
          <p:cNvPr id="18" name="지구 ②">
            <a:extLst xmlns:a="http://schemas.openxmlformats.org/drawingml/2006/main">
              <a:ext uri="{FF2B5EF4-FFF2-40B4-BE49-F238E27FC236}">
                <a16:creationId xmlns:a16="http://schemas.microsoft.com/office/drawing/2014/main" id="{5C894E66-9CD8-4173-9EAF-9A09681AB893}"/>
              </a:ext>
            </a:extLst>
          </p:cNvPr>
          <p:cNvSpPr>
            <a:spLocks xmlns:a="http://schemas.openxmlformats.org/drawingml/2006/main" noGrp="1"/>
          </p:cNvSpPr>
          <p:nvPr/>
        </p:nvSpPr>
        <p:spPr>
          <a:xfrm xmlns:a="http://schemas.openxmlformats.org/drawingml/2006/main">
            <a:off x="2524125" y="3905250"/>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D3048"/>
                </a:solidFill>
                <a:latin typeface="Malgun Gothic"/>
                <a:ea typeface="Malgun Gothic"/>
                <a:cs typeface="Malgun Gothic"/>
              </a:defRPr>
            </a:defPPr>
            <a:lvl1pPr algn="l">
              <a:defRPr sz="1875" b="0">
                <a:solidFill>
                  <a:srgbClr val="1D3048"/>
                </a:solidFill>
                <a:latin typeface="Malgun Gothic"/>
                <a:ea typeface="Malgun Gothic"/>
                <a:cs typeface="Malgun Gothic"/>
              </a:defRPr>
            </a:lvl1pPr>
            <a:lvl2pPr algn="l">
              <a:defRPr sz="1875" b="0">
                <a:solidFill>
                  <a:srgbClr val="1D3048"/>
                </a:solidFill>
                <a:latin typeface="Malgun Gothic"/>
                <a:ea typeface="Malgun Gothic"/>
                <a:cs typeface="Malgun Gothic"/>
              </a:defRPr>
            </a:lvl2pPr>
            <a:lvl3pPr algn="l">
              <a:defRPr sz="1875" b="0">
                <a:solidFill>
                  <a:srgbClr val="1D3048"/>
                </a:solidFill>
                <a:latin typeface="Malgun Gothic"/>
                <a:ea typeface="Malgun Gothic"/>
                <a:cs typeface="Malgun Gothic"/>
              </a:defRPr>
            </a:lvl3pPr>
            <a:lvl4pPr algn="l">
              <a:defRPr sz="1875" b="0">
                <a:solidFill>
                  <a:srgbClr val="1D3048"/>
                </a:solidFill>
                <a:latin typeface="Malgun Gothic"/>
                <a:ea typeface="Malgun Gothic"/>
                <a:cs typeface="Malgun Gothic"/>
              </a:defRPr>
            </a:lvl4pPr>
            <a:lvl5pPr algn="l">
              <a:defRPr sz="1875" b="0">
                <a:solidFill>
                  <a:srgbClr val="1D3048"/>
                </a:solidFill>
                <a:latin typeface="Malgun Gothic"/>
                <a:ea typeface="Malgun Gothic"/>
                <a:cs typeface="Malgun Gothic"/>
              </a:defRPr>
            </a:lvl5pPr>
            <a:lvl6pPr algn="l">
              <a:defRPr sz="1875" b="0">
                <a:solidFill>
                  <a:srgbClr val="1D3048"/>
                </a:solidFill>
                <a:latin typeface="Malgun Gothic"/>
                <a:ea typeface="Malgun Gothic"/>
                <a:cs typeface="Malgun Gothic"/>
              </a:defRPr>
            </a:lvl6pPr>
            <a:lvl7pPr algn="l">
              <a:defRPr sz="1875" b="0">
                <a:solidFill>
                  <a:srgbClr val="1D3048"/>
                </a:solidFill>
                <a:latin typeface="Malgun Gothic"/>
                <a:ea typeface="Malgun Gothic"/>
                <a:cs typeface="Malgun Gothic"/>
              </a:defRPr>
            </a:lvl7pPr>
            <a:lvl8pPr algn="l">
              <a:defRPr sz="1875" b="0">
                <a:solidFill>
                  <a:srgbClr val="1D3048"/>
                </a:solidFill>
                <a:latin typeface="Malgun Gothic"/>
                <a:ea typeface="Malgun Gothic"/>
                <a:cs typeface="Malgun Gothic"/>
              </a:defRPr>
            </a:lvl8pPr>
            <a:lvl9pPr algn="l">
              <a:defRPr sz="1875" b="0">
                <a:solidFill>
                  <a:srgbClr val="1D3048"/>
                </a:solidFill>
                <a:latin typeface="Malgun Gothic"/>
                <a:ea typeface="Malgun Gothic"/>
                <a:cs typeface="Malgun Gothic"/>
              </a:defRPr>
            </a:lvl9pPr>
          </a:lstStyle>
          <a:p xmlns:a="http://schemas.openxmlformats.org/drawingml/2006/main">
            <a:pPr algn="l">
              <a:defRPr sz="1875" b="0">
                <a:solidFill>
                  <a:srgbClr val="1D3048"/>
                </a:solidFill>
                <a:latin typeface="Malgun Gothic"/>
                <a:ea typeface="Malgun Gothic"/>
                <a:cs typeface="Malgun Gothic"/>
              </a:defRPr>
            </a:pPr>
            <a:r>
              <a:rPr sz="1875" b="0">
                <a:solidFill>
                  <a:srgbClr val="1D3048"/>
                </a:solidFill>
                <a:latin typeface="Malgun Gothic"/>
                <a:ea typeface="Malgun Gothic"/>
                <a:cs typeface="Malgun Gothic"/>
              </a:rPr>
              <a:t>지구 ②</a:t>
            </a:r>
          </a:p>
        </p:txBody>
      </p:sp>
      <p:sp>
        <p:nvSpPr>
          <p:cNvPr id="19" name="2009.11">
            <a:extLst xmlns:a="http://schemas.openxmlformats.org/drawingml/2006/main">
              <a:ext uri="{FF2B5EF4-FFF2-40B4-BE49-F238E27FC236}">
                <a16:creationId xmlns:a16="http://schemas.microsoft.com/office/drawing/2014/main" id="{B8FD6016-00C1-49F5-AA2A-6E394D8418D5}"/>
              </a:ext>
            </a:extLst>
          </p:cNvPr>
          <p:cNvSpPr>
            <a:spLocks xmlns:a="http://schemas.openxmlformats.org/drawingml/2006/main" noGrp="1"/>
          </p:cNvSpPr>
          <p:nvPr/>
        </p:nvSpPr>
        <p:spPr>
          <a:xfrm xmlns:a="http://schemas.openxmlformats.org/drawingml/2006/main">
            <a:off x="685800" y="4514850"/>
            <a:ext cx="1666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E66A3"/>
                </a:solidFill>
                <a:latin typeface="Malgun Gothic"/>
                <a:ea typeface="Malgun Gothic"/>
                <a:cs typeface="Malgun Gothic"/>
              </a:defRPr>
            </a:defPPr>
            <a:lvl1pPr algn="l">
              <a:defRPr sz="1950" b="1">
                <a:solidFill>
                  <a:srgbClr val="2E66A3"/>
                </a:solidFill>
                <a:latin typeface="Malgun Gothic"/>
                <a:ea typeface="Malgun Gothic"/>
                <a:cs typeface="Malgun Gothic"/>
              </a:defRPr>
            </a:lvl1pPr>
            <a:lvl2pPr algn="l">
              <a:defRPr sz="1950" b="1">
                <a:solidFill>
                  <a:srgbClr val="2E66A3"/>
                </a:solidFill>
                <a:latin typeface="Malgun Gothic"/>
                <a:ea typeface="Malgun Gothic"/>
                <a:cs typeface="Malgun Gothic"/>
              </a:defRPr>
            </a:lvl2pPr>
            <a:lvl3pPr algn="l">
              <a:defRPr sz="1950" b="1">
                <a:solidFill>
                  <a:srgbClr val="2E66A3"/>
                </a:solidFill>
                <a:latin typeface="Malgun Gothic"/>
                <a:ea typeface="Malgun Gothic"/>
                <a:cs typeface="Malgun Gothic"/>
              </a:defRPr>
            </a:lvl3pPr>
            <a:lvl4pPr algn="l">
              <a:defRPr sz="1950" b="1">
                <a:solidFill>
                  <a:srgbClr val="2E66A3"/>
                </a:solidFill>
                <a:latin typeface="Malgun Gothic"/>
                <a:ea typeface="Malgun Gothic"/>
                <a:cs typeface="Malgun Gothic"/>
              </a:defRPr>
            </a:lvl4pPr>
            <a:lvl5pPr algn="l">
              <a:defRPr sz="1950" b="1">
                <a:solidFill>
                  <a:srgbClr val="2E66A3"/>
                </a:solidFill>
                <a:latin typeface="Malgun Gothic"/>
                <a:ea typeface="Malgun Gothic"/>
                <a:cs typeface="Malgun Gothic"/>
              </a:defRPr>
            </a:lvl5pPr>
            <a:lvl6pPr algn="l">
              <a:defRPr sz="1950" b="1">
                <a:solidFill>
                  <a:srgbClr val="2E66A3"/>
                </a:solidFill>
                <a:latin typeface="Malgun Gothic"/>
                <a:ea typeface="Malgun Gothic"/>
                <a:cs typeface="Malgun Gothic"/>
              </a:defRPr>
            </a:lvl6pPr>
            <a:lvl7pPr algn="l">
              <a:defRPr sz="1950" b="1">
                <a:solidFill>
                  <a:srgbClr val="2E66A3"/>
                </a:solidFill>
                <a:latin typeface="Malgun Gothic"/>
                <a:ea typeface="Malgun Gothic"/>
                <a:cs typeface="Malgun Gothic"/>
              </a:defRPr>
            </a:lvl7pPr>
            <a:lvl8pPr algn="l">
              <a:defRPr sz="1950" b="1">
                <a:solidFill>
                  <a:srgbClr val="2E66A3"/>
                </a:solidFill>
                <a:latin typeface="Malgun Gothic"/>
                <a:ea typeface="Malgun Gothic"/>
                <a:cs typeface="Malgun Gothic"/>
              </a:defRPr>
            </a:lvl8pPr>
            <a:lvl9pPr algn="l">
              <a:defRPr sz="1950" b="1">
                <a:solidFill>
                  <a:srgbClr val="2E66A3"/>
                </a:solidFill>
                <a:latin typeface="Malgun Gothic"/>
                <a:ea typeface="Malgun Gothic"/>
                <a:cs typeface="Malgun Gothic"/>
              </a:defRPr>
            </a:lvl9pPr>
          </a:lstStyle>
          <a:p xmlns:a="http://schemas.openxmlformats.org/drawingml/2006/main">
            <a:pPr algn="l">
              <a:defRPr sz="1950" b="1">
                <a:solidFill>
                  <a:srgbClr val="2E66A3"/>
                </a:solidFill>
                <a:latin typeface="Malgun Gothic"/>
                <a:ea typeface="Malgun Gothic"/>
                <a:cs typeface="Malgun Gothic"/>
              </a:defRPr>
            </a:pPr>
            <a:r>
              <a:rPr sz="1950" b="1">
                <a:solidFill>
                  <a:srgbClr val="2E66A3"/>
                </a:solidFill>
                <a:latin typeface="Malgun Gothic"/>
                <a:ea typeface="Malgun Gothic"/>
                <a:cs typeface="Malgun Gothic"/>
              </a:rPr>
              <a:t>2009.11</a:t>
            </a:r>
          </a:p>
        </p:txBody>
      </p:sp>
      <p:sp>
        <p:nvSpPr>
          <p:cNvPr id="20" name="지구 ③">
            <a:extLst xmlns:a="http://schemas.openxmlformats.org/drawingml/2006/main">
              <a:ext uri="{FF2B5EF4-FFF2-40B4-BE49-F238E27FC236}">
                <a16:creationId xmlns:a16="http://schemas.microsoft.com/office/drawing/2014/main" id="{0A307471-1836-40E4-8EC3-C2FA5BAB2108}"/>
              </a:ext>
            </a:extLst>
          </p:cNvPr>
          <p:cNvSpPr>
            <a:spLocks xmlns:a="http://schemas.openxmlformats.org/drawingml/2006/main" noGrp="1"/>
          </p:cNvSpPr>
          <p:nvPr/>
        </p:nvSpPr>
        <p:spPr>
          <a:xfrm xmlns:a="http://schemas.openxmlformats.org/drawingml/2006/main">
            <a:off x="2524125" y="4514850"/>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D3048"/>
                </a:solidFill>
                <a:latin typeface="Malgun Gothic"/>
                <a:ea typeface="Malgun Gothic"/>
                <a:cs typeface="Malgun Gothic"/>
              </a:defRPr>
            </a:defPPr>
            <a:lvl1pPr algn="l">
              <a:defRPr sz="1875" b="0">
                <a:solidFill>
                  <a:srgbClr val="1D3048"/>
                </a:solidFill>
                <a:latin typeface="Malgun Gothic"/>
                <a:ea typeface="Malgun Gothic"/>
                <a:cs typeface="Malgun Gothic"/>
              </a:defRPr>
            </a:lvl1pPr>
            <a:lvl2pPr algn="l">
              <a:defRPr sz="1875" b="0">
                <a:solidFill>
                  <a:srgbClr val="1D3048"/>
                </a:solidFill>
                <a:latin typeface="Malgun Gothic"/>
                <a:ea typeface="Malgun Gothic"/>
                <a:cs typeface="Malgun Gothic"/>
              </a:defRPr>
            </a:lvl2pPr>
            <a:lvl3pPr algn="l">
              <a:defRPr sz="1875" b="0">
                <a:solidFill>
                  <a:srgbClr val="1D3048"/>
                </a:solidFill>
                <a:latin typeface="Malgun Gothic"/>
                <a:ea typeface="Malgun Gothic"/>
                <a:cs typeface="Malgun Gothic"/>
              </a:defRPr>
            </a:lvl3pPr>
            <a:lvl4pPr algn="l">
              <a:defRPr sz="1875" b="0">
                <a:solidFill>
                  <a:srgbClr val="1D3048"/>
                </a:solidFill>
                <a:latin typeface="Malgun Gothic"/>
                <a:ea typeface="Malgun Gothic"/>
                <a:cs typeface="Malgun Gothic"/>
              </a:defRPr>
            </a:lvl4pPr>
            <a:lvl5pPr algn="l">
              <a:defRPr sz="1875" b="0">
                <a:solidFill>
                  <a:srgbClr val="1D3048"/>
                </a:solidFill>
                <a:latin typeface="Malgun Gothic"/>
                <a:ea typeface="Malgun Gothic"/>
                <a:cs typeface="Malgun Gothic"/>
              </a:defRPr>
            </a:lvl5pPr>
            <a:lvl6pPr algn="l">
              <a:defRPr sz="1875" b="0">
                <a:solidFill>
                  <a:srgbClr val="1D3048"/>
                </a:solidFill>
                <a:latin typeface="Malgun Gothic"/>
                <a:ea typeface="Malgun Gothic"/>
                <a:cs typeface="Malgun Gothic"/>
              </a:defRPr>
            </a:lvl6pPr>
            <a:lvl7pPr algn="l">
              <a:defRPr sz="1875" b="0">
                <a:solidFill>
                  <a:srgbClr val="1D3048"/>
                </a:solidFill>
                <a:latin typeface="Malgun Gothic"/>
                <a:ea typeface="Malgun Gothic"/>
                <a:cs typeface="Malgun Gothic"/>
              </a:defRPr>
            </a:lvl7pPr>
            <a:lvl8pPr algn="l">
              <a:defRPr sz="1875" b="0">
                <a:solidFill>
                  <a:srgbClr val="1D3048"/>
                </a:solidFill>
                <a:latin typeface="Malgun Gothic"/>
                <a:ea typeface="Malgun Gothic"/>
                <a:cs typeface="Malgun Gothic"/>
              </a:defRPr>
            </a:lvl8pPr>
            <a:lvl9pPr algn="l">
              <a:defRPr sz="1875" b="0">
                <a:solidFill>
                  <a:srgbClr val="1D3048"/>
                </a:solidFill>
                <a:latin typeface="Malgun Gothic"/>
                <a:ea typeface="Malgun Gothic"/>
                <a:cs typeface="Malgun Gothic"/>
              </a:defRPr>
            </a:lvl9pPr>
          </a:lstStyle>
          <a:p xmlns:a="http://schemas.openxmlformats.org/drawingml/2006/main">
            <a:pPr algn="l">
              <a:defRPr sz="1875" b="0">
                <a:solidFill>
                  <a:srgbClr val="1D3048"/>
                </a:solidFill>
                <a:latin typeface="Malgun Gothic"/>
                <a:ea typeface="Malgun Gothic"/>
                <a:cs typeface="Malgun Gothic"/>
              </a:defRPr>
            </a:pPr>
            <a:r>
              <a:rPr sz="1875" b="0">
                <a:solidFill>
                  <a:srgbClr val="1D3048"/>
                </a:solidFill>
                <a:latin typeface="Malgun Gothic"/>
                <a:ea typeface="Malgun Gothic"/>
                <a:cs typeface="Malgun Gothic"/>
              </a:rPr>
              <a:t>지구 ③</a:t>
            </a:r>
          </a:p>
        </p:txBody>
      </p:sp>
      <p:sp>
        <p:nvSpPr>
          <p:cNvPr id="21" name="2014.08">
            <a:extLst xmlns:a="http://schemas.openxmlformats.org/drawingml/2006/main">
              <a:ext uri="{FF2B5EF4-FFF2-40B4-BE49-F238E27FC236}">
                <a16:creationId xmlns:a16="http://schemas.microsoft.com/office/drawing/2014/main" id="{4FC066CA-9FDF-42D3-BDFB-772D96194407}"/>
              </a:ext>
            </a:extLst>
          </p:cNvPr>
          <p:cNvSpPr>
            <a:spLocks xmlns:a="http://schemas.openxmlformats.org/drawingml/2006/main" noGrp="1"/>
          </p:cNvSpPr>
          <p:nvPr/>
        </p:nvSpPr>
        <p:spPr>
          <a:xfrm xmlns:a="http://schemas.openxmlformats.org/drawingml/2006/main">
            <a:off x="685800" y="5124450"/>
            <a:ext cx="1666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E66A3"/>
                </a:solidFill>
                <a:latin typeface="Malgun Gothic"/>
                <a:ea typeface="Malgun Gothic"/>
                <a:cs typeface="Malgun Gothic"/>
              </a:defRPr>
            </a:defPPr>
            <a:lvl1pPr algn="l">
              <a:defRPr sz="1950" b="1">
                <a:solidFill>
                  <a:srgbClr val="2E66A3"/>
                </a:solidFill>
                <a:latin typeface="Malgun Gothic"/>
                <a:ea typeface="Malgun Gothic"/>
                <a:cs typeface="Malgun Gothic"/>
              </a:defRPr>
            </a:lvl1pPr>
            <a:lvl2pPr algn="l">
              <a:defRPr sz="1950" b="1">
                <a:solidFill>
                  <a:srgbClr val="2E66A3"/>
                </a:solidFill>
                <a:latin typeface="Malgun Gothic"/>
                <a:ea typeface="Malgun Gothic"/>
                <a:cs typeface="Malgun Gothic"/>
              </a:defRPr>
            </a:lvl2pPr>
            <a:lvl3pPr algn="l">
              <a:defRPr sz="1950" b="1">
                <a:solidFill>
                  <a:srgbClr val="2E66A3"/>
                </a:solidFill>
                <a:latin typeface="Malgun Gothic"/>
                <a:ea typeface="Malgun Gothic"/>
                <a:cs typeface="Malgun Gothic"/>
              </a:defRPr>
            </a:lvl3pPr>
            <a:lvl4pPr algn="l">
              <a:defRPr sz="1950" b="1">
                <a:solidFill>
                  <a:srgbClr val="2E66A3"/>
                </a:solidFill>
                <a:latin typeface="Malgun Gothic"/>
                <a:ea typeface="Malgun Gothic"/>
                <a:cs typeface="Malgun Gothic"/>
              </a:defRPr>
            </a:lvl4pPr>
            <a:lvl5pPr algn="l">
              <a:defRPr sz="1950" b="1">
                <a:solidFill>
                  <a:srgbClr val="2E66A3"/>
                </a:solidFill>
                <a:latin typeface="Malgun Gothic"/>
                <a:ea typeface="Malgun Gothic"/>
                <a:cs typeface="Malgun Gothic"/>
              </a:defRPr>
            </a:lvl5pPr>
            <a:lvl6pPr algn="l">
              <a:defRPr sz="1950" b="1">
                <a:solidFill>
                  <a:srgbClr val="2E66A3"/>
                </a:solidFill>
                <a:latin typeface="Malgun Gothic"/>
                <a:ea typeface="Malgun Gothic"/>
                <a:cs typeface="Malgun Gothic"/>
              </a:defRPr>
            </a:lvl6pPr>
            <a:lvl7pPr algn="l">
              <a:defRPr sz="1950" b="1">
                <a:solidFill>
                  <a:srgbClr val="2E66A3"/>
                </a:solidFill>
                <a:latin typeface="Malgun Gothic"/>
                <a:ea typeface="Malgun Gothic"/>
                <a:cs typeface="Malgun Gothic"/>
              </a:defRPr>
            </a:lvl7pPr>
            <a:lvl8pPr algn="l">
              <a:defRPr sz="1950" b="1">
                <a:solidFill>
                  <a:srgbClr val="2E66A3"/>
                </a:solidFill>
                <a:latin typeface="Malgun Gothic"/>
                <a:ea typeface="Malgun Gothic"/>
                <a:cs typeface="Malgun Gothic"/>
              </a:defRPr>
            </a:lvl8pPr>
            <a:lvl9pPr algn="l">
              <a:defRPr sz="1950" b="1">
                <a:solidFill>
                  <a:srgbClr val="2E66A3"/>
                </a:solidFill>
                <a:latin typeface="Malgun Gothic"/>
                <a:ea typeface="Malgun Gothic"/>
                <a:cs typeface="Malgun Gothic"/>
              </a:defRPr>
            </a:lvl9pPr>
          </a:lstStyle>
          <a:p xmlns:a="http://schemas.openxmlformats.org/drawingml/2006/main">
            <a:pPr algn="l">
              <a:defRPr sz="1950" b="1">
                <a:solidFill>
                  <a:srgbClr val="2E66A3"/>
                </a:solidFill>
                <a:latin typeface="Malgun Gothic"/>
                <a:ea typeface="Malgun Gothic"/>
                <a:cs typeface="Malgun Gothic"/>
              </a:defRPr>
            </a:pPr>
            <a:r>
              <a:rPr sz="1950" b="1">
                <a:solidFill>
                  <a:srgbClr val="2E66A3"/>
                </a:solidFill>
                <a:latin typeface="Malgun Gothic"/>
                <a:ea typeface="Malgun Gothic"/>
                <a:cs typeface="Malgun Gothic"/>
              </a:rPr>
              <a:t>2014.08</a:t>
            </a:r>
          </a:p>
        </p:txBody>
      </p:sp>
      <p:sp>
        <p:nvSpPr>
          <p:cNvPr id="22" name="혜성 67P 도착">
            <a:extLst xmlns:a="http://schemas.openxmlformats.org/drawingml/2006/main">
              <a:ext uri="{FF2B5EF4-FFF2-40B4-BE49-F238E27FC236}">
                <a16:creationId xmlns:a16="http://schemas.microsoft.com/office/drawing/2014/main" id="{E0188A72-E207-4F21-9C50-DD42074034E9}"/>
              </a:ext>
            </a:extLst>
          </p:cNvPr>
          <p:cNvSpPr>
            <a:spLocks xmlns:a="http://schemas.openxmlformats.org/drawingml/2006/main" noGrp="1"/>
          </p:cNvSpPr>
          <p:nvPr/>
        </p:nvSpPr>
        <p:spPr>
          <a:xfrm xmlns:a="http://schemas.openxmlformats.org/drawingml/2006/main">
            <a:off x="2524125" y="5124450"/>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D3048"/>
                </a:solidFill>
                <a:latin typeface="Malgun Gothic"/>
                <a:ea typeface="Malgun Gothic"/>
                <a:cs typeface="Malgun Gothic"/>
              </a:defRPr>
            </a:defPPr>
            <a:lvl1pPr algn="l">
              <a:defRPr sz="1875" b="0">
                <a:solidFill>
                  <a:srgbClr val="1D3048"/>
                </a:solidFill>
                <a:latin typeface="Malgun Gothic"/>
                <a:ea typeface="Malgun Gothic"/>
                <a:cs typeface="Malgun Gothic"/>
              </a:defRPr>
            </a:lvl1pPr>
            <a:lvl2pPr algn="l">
              <a:defRPr sz="1875" b="0">
                <a:solidFill>
                  <a:srgbClr val="1D3048"/>
                </a:solidFill>
                <a:latin typeface="Malgun Gothic"/>
                <a:ea typeface="Malgun Gothic"/>
                <a:cs typeface="Malgun Gothic"/>
              </a:defRPr>
            </a:lvl2pPr>
            <a:lvl3pPr algn="l">
              <a:defRPr sz="1875" b="0">
                <a:solidFill>
                  <a:srgbClr val="1D3048"/>
                </a:solidFill>
                <a:latin typeface="Malgun Gothic"/>
                <a:ea typeface="Malgun Gothic"/>
                <a:cs typeface="Malgun Gothic"/>
              </a:defRPr>
            </a:lvl3pPr>
            <a:lvl4pPr algn="l">
              <a:defRPr sz="1875" b="0">
                <a:solidFill>
                  <a:srgbClr val="1D3048"/>
                </a:solidFill>
                <a:latin typeface="Malgun Gothic"/>
                <a:ea typeface="Malgun Gothic"/>
                <a:cs typeface="Malgun Gothic"/>
              </a:defRPr>
            </a:lvl4pPr>
            <a:lvl5pPr algn="l">
              <a:defRPr sz="1875" b="0">
                <a:solidFill>
                  <a:srgbClr val="1D3048"/>
                </a:solidFill>
                <a:latin typeface="Malgun Gothic"/>
                <a:ea typeface="Malgun Gothic"/>
                <a:cs typeface="Malgun Gothic"/>
              </a:defRPr>
            </a:lvl5pPr>
            <a:lvl6pPr algn="l">
              <a:defRPr sz="1875" b="0">
                <a:solidFill>
                  <a:srgbClr val="1D3048"/>
                </a:solidFill>
                <a:latin typeface="Malgun Gothic"/>
                <a:ea typeface="Malgun Gothic"/>
                <a:cs typeface="Malgun Gothic"/>
              </a:defRPr>
            </a:lvl6pPr>
            <a:lvl7pPr algn="l">
              <a:defRPr sz="1875" b="0">
                <a:solidFill>
                  <a:srgbClr val="1D3048"/>
                </a:solidFill>
                <a:latin typeface="Malgun Gothic"/>
                <a:ea typeface="Malgun Gothic"/>
                <a:cs typeface="Malgun Gothic"/>
              </a:defRPr>
            </a:lvl7pPr>
            <a:lvl8pPr algn="l">
              <a:defRPr sz="1875" b="0">
                <a:solidFill>
                  <a:srgbClr val="1D3048"/>
                </a:solidFill>
                <a:latin typeface="Malgun Gothic"/>
                <a:ea typeface="Malgun Gothic"/>
                <a:cs typeface="Malgun Gothic"/>
              </a:defRPr>
            </a:lvl8pPr>
            <a:lvl9pPr algn="l">
              <a:defRPr sz="1875" b="0">
                <a:solidFill>
                  <a:srgbClr val="1D3048"/>
                </a:solidFill>
                <a:latin typeface="Malgun Gothic"/>
                <a:ea typeface="Malgun Gothic"/>
                <a:cs typeface="Malgun Gothic"/>
              </a:defRPr>
            </a:lvl9pPr>
          </a:lstStyle>
          <a:p xmlns:a="http://schemas.openxmlformats.org/drawingml/2006/main">
            <a:pPr algn="l">
              <a:defRPr sz="1875" b="0">
                <a:solidFill>
                  <a:srgbClr val="1D3048"/>
                </a:solidFill>
                <a:latin typeface="Malgun Gothic"/>
                <a:ea typeface="Malgun Gothic"/>
                <a:cs typeface="Malgun Gothic"/>
              </a:defRPr>
            </a:pPr>
            <a:r>
              <a:rPr sz="1875" b="0">
                <a:solidFill>
                  <a:srgbClr val="1D3048"/>
                </a:solidFill>
                <a:latin typeface="Malgun Gothic"/>
                <a:ea typeface="Malgun Gothic"/>
                <a:cs typeface="Malgun Gothic"/>
              </a:rPr>
              <a:t>혜성 67P 도착</a:t>
            </a:r>
          </a:p>
        </p:txBody>
      </p:sp>
      <p:pic>
        <p:nvPicPr>
          <p:cNvPr id="23" name="">
            <a:extLst xmlns:a="http://schemas.openxmlformats.org/drawingml/2006/main">
              <a:ext uri="{FF2B5EF4-FFF2-40B4-BE49-F238E27FC236}">
                <a16:creationId xmlns:a16="http://schemas.microsoft.com/office/drawing/2014/main" id="{1D4647EE-ACC5-4C89-BE5B-52A965E7C30C}"/>
              </a:ext>
            </a:extLst>
          </p:cNvPr>
          <p:cNvPicPr>
            <a:picLocks xmlns:a="http://schemas.openxmlformats.org/drawingml/2006/main" noChangeAspect="1"/>
          </p:cNvPicPr>
          <p:nvPr/>
        </p:nvPicPr>
        <p:blipFill>
          <a:blip xmlns:r="http://schemas.openxmlformats.org/officeDocument/2006/relationships" xmlns:a="http://schemas.openxmlformats.org/drawingml/2006/main" r:embed="Rb1623108b01d404f"/>
          <a:srcRect xmlns:a="http://schemas.openxmlformats.org/drawingml/2006/main" l="0" t="13000" r="0" b="60000"/>
          <a:stretch xmlns:a="http://schemas.openxmlformats.org/drawingml/2006/main"/>
        </p:blipFill>
        <p:spPr>
          <a:xfrm xmlns:a="http://schemas.openxmlformats.org/drawingml/2006/main">
            <a:off x="5314950" y="2162175"/>
            <a:ext cx="6191250" cy="2886075"/>
          </a:xfrm>
          <a:prstGeom xmlns:a="http://schemas.openxmlformats.org/drawingml/2006/main" prst="rect">
            <a:avLst/>
          </a:prstGeom>
        </p:spPr>
      </p:pic>
      <p:sp>
        <p:nvSpPr>
          <p:cNvPr id="24" name="로제타 여정 개념도 일부 · ESA · 크기·거리 비례 아님">
            <a:extLst xmlns:a="http://schemas.openxmlformats.org/drawingml/2006/main">
              <a:ext uri="{FF2B5EF4-FFF2-40B4-BE49-F238E27FC236}">
                <a16:creationId xmlns:a16="http://schemas.microsoft.com/office/drawing/2014/main" id="{DAFD5F3F-2D22-4795-AE33-A5235B20F0F6}"/>
              </a:ext>
            </a:extLst>
          </p:cNvPr>
          <p:cNvSpPr>
            <a:spLocks xmlns:a="http://schemas.openxmlformats.org/drawingml/2006/main" noGrp="1"/>
          </p:cNvSpPr>
          <p:nvPr/>
        </p:nvSpPr>
        <p:spPr>
          <a:xfrm xmlns:a="http://schemas.openxmlformats.org/drawingml/2006/main">
            <a:off x="5314950" y="5200650"/>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758A"/>
                </a:solidFill>
                <a:latin typeface="Malgun Gothic"/>
                <a:ea typeface="Malgun Gothic"/>
                <a:cs typeface="Malgun Gothic"/>
              </a:defRPr>
            </a:defPPr>
            <a:lvl1pPr algn="l">
              <a:defRPr sz="1050" b="0">
                <a:solidFill>
                  <a:srgbClr val="66758A"/>
                </a:solidFill>
                <a:latin typeface="Malgun Gothic"/>
                <a:ea typeface="Malgun Gothic"/>
                <a:cs typeface="Malgun Gothic"/>
              </a:defRPr>
            </a:lvl1pPr>
            <a:lvl2pPr algn="l">
              <a:defRPr sz="1050" b="0">
                <a:solidFill>
                  <a:srgbClr val="66758A"/>
                </a:solidFill>
                <a:latin typeface="Malgun Gothic"/>
                <a:ea typeface="Malgun Gothic"/>
                <a:cs typeface="Malgun Gothic"/>
              </a:defRPr>
            </a:lvl2pPr>
            <a:lvl3pPr algn="l">
              <a:defRPr sz="1050" b="0">
                <a:solidFill>
                  <a:srgbClr val="66758A"/>
                </a:solidFill>
                <a:latin typeface="Malgun Gothic"/>
                <a:ea typeface="Malgun Gothic"/>
                <a:cs typeface="Malgun Gothic"/>
              </a:defRPr>
            </a:lvl3pPr>
            <a:lvl4pPr algn="l">
              <a:defRPr sz="1050" b="0">
                <a:solidFill>
                  <a:srgbClr val="66758A"/>
                </a:solidFill>
                <a:latin typeface="Malgun Gothic"/>
                <a:ea typeface="Malgun Gothic"/>
                <a:cs typeface="Malgun Gothic"/>
              </a:defRPr>
            </a:lvl4pPr>
            <a:lvl5pPr algn="l">
              <a:defRPr sz="1050" b="0">
                <a:solidFill>
                  <a:srgbClr val="66758A"/>
                </a:solidFill>
                <a:latin typeface="Malgun Gothic"/>
                <a:ea typeface="Malgun Gothic"/>
                <a:cs typeface="Malgun Gothic"/>
              </a:defRPr>
            </a:lvl5pPr>
            <a:lvl6pPr algn="l">
              <a:defRPr sz="1050" b="0">
                <a:solidFill>
                  <a:srgbClr val="66758A"/>
                </a:solidFill>
                <a:latin typeface="Malgun Gothic"/>
                <a:ea typeface="Malgun Gothic"/>
                <a:cs typeface="Malgun Gothic"/>
              </a:defRPr>
            </a:lvl6pPr>
            <a:lvl7pPr algn="l">
              <a:defRPr sz="1050" b="0">
                <a:solidFill>
                  <a:srgbClr val="66758A"/>
                </a:solidFill>
                <a:latin typeface="Malgun Gothic"/>
                <a:ea typeface="Malgun Gothic"/>
                <a:cs typeface="Malgun Gothic"/>
              </a:defRPr>
            </a:lvl7pPr>
            <a:lvl8pPr algn="l">
              <a:defRPr sz="1050" b="0">
                <a:solidFill>
                  <a:srgbClr val="66758A"/>
                </a:solidFill>
                <a:latin typeface="Malgun Gothic"/>
                <a:ea typeface="Malgun Gothic"/>
                <a:cs typeface="Malgun Gothic"/>
              </a:defRPr>
            </a:lvl8pPr>
            <a:lvl9pPr algn="l">
              <a:defRPr sz="1050" b="0">
                <a:solidFill>
                  <a:srgbClr val="66758A"/>
                </a:solidFill>
                <a:latin typeface="Malgun Gothic"/>
                <a:ea typeface="Malgun Gothic"/>
                <a:cs typeface="Malgun Gothic"/>
              </a:defRPr>
            </a:lvl9pPr>
          </a:lstStyle>
          <a:p xmlns:a="http://schemas.openxmlformats.org/drawingml/2006/main">
            <a:pPr algn="l">
              <a:defRPr sz="1050" b="0">
                <a:solidFill>
                  <a:srgbClr val="66758A"/>
                </a:solidFill>
                <a:latin typeface="Malgun Gothic"/>
                <a:ea typeface="Malgun Gothic"/>
                <a:cs typeface="Malgun Gothic"/>
              </a:defRPr>
            </a:pPr>
            <a:r>
              <a:rPr sz="1050" b="0">
                <a:solidFill>
                  <a:srgbClr val="66758A"/>
                </a:solidFill>
                <a:latin typeface="Malgun Gothic"/>
                <a:ea typeface="Malgun Gothic"/>
                <a:cs typeface="Malgun Gothic"/>
              </a:rPr>
              <a:t>로제타 여정 개념도 일부 · ESA · 크기·거리 비례 아님</a:t>
            </a:r>
          </a:p>
        </p:txBody>
      </p:sp>
      <p:sp>
        <p:nvSpPr>
          <p:cNvPr id="25" name="같은 행성을 다시 지나며&#10;다음 구간의 궤도를 만듦">
            <a:extLst xmlns:a="http://schemas.openxmlformats.org/drawingml/2006/main">
              <a:ext uri="{FF2B5EF4-FFF2-40B4-BE49-F238E27FC236}">
                <a16:creationId xmlns:a16="http://schemas.microsoft.com/office/drawing/2014/main" id="{9C4C47F3-A35F-4047-BF4B-C0FAD4695CE1}"/>
              </a:ext>
            </a:extLst>
          </p:cNvPr>
          <p:cNvSpPr>
            <a:spLocks xmlns:a="http://schemas.openxmlformats.org/drawingml/2006/main" noGrp="1"/>
          </p:cNvSpPr>
          <p:nvPr/>
        </p:nvSpPr>
        <p:spPr>
          <a:xfrm xmlns:a="http://schemas.openxmlformats.org/drawingml/2006/main">
            <a:off x="5314950" y="5667375"/>
            <a:ext cx="6191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83F"/>
                </a:solidFill>
                <a:latin typeface="Malgun Gothic"/>
                <a:ea typeface="Malgun Gothic"/>
                <a:cs typeface="Malgun Gothic"/>
              </a:defRPr>
            </a:defPPr>
            <a:lvl1pPr algn="l">
              <a:defRPr sz="2025" b="1">
                <a:solidFill>
                  <a:srgbClr val="15283F"/>
                </a:solidFill>
                <a:latin typeface="Malgun Gothic"/>
                <a:ea typeface="Malgun Gothic"/>
                <a:cs typeface="Malgun Gothic"/>
              </a:defRPr>
            </a:lvl1pPr>
            <a:lvl2pPr algn="l">
              <a:defRPr sz="2025" b="1">
                <a:solidFill>
                  <a:srgbClr val="15283F"/>
                </a:solidFill>
                <a:latin typeface="Malgun Gothic"/>
                <a:ea typeface="Malgun Gothic"/>
                <a:cs typeface="Malgun Gothic"/>
              </a:defRPr>
            </a:lvl2pPr>
            <a:lvl3pPr algn="l">
              <a:defRPr sz="2025" b="1">
                <a:solidFill>
                  <a:srgbClr val="15283F"/>
                </a:solidFill>
                <a:latin typeface="Malgun Gothic"/>
                <a:ea typeface="Malgun Gothic"/>
                <a:cs typeface="Malgun Gothic"/>
              </a:defRPr>
            </a:lvl3pPr>
            <a:lvl4pPr algn="l">
              <a:defRPr sz="2025" b="1">
                <a:solidFill>
                  <a:srgbClr val="15283F"/>
                </a:solidFill>
                <a:latin typeface="Malgun Gothic"/>
                <a:ea typeface="Malgun Gothic"/>
                <a:cs typeface="Malgun Gothic"/>
              </a:defRPr>
            </a:lvl4pPr>
            <a:lvl5pPr algn="l">
              <a:defRPr sz="2025" b="1">
                <a:solidFill>
                  <a:srgbClr val="15283F"/>
                </a:solidFill>
                <a:latin typeface="Malgun Gothic"/>
                <a:ea typeface="Malgun Gothic"/>
                <a:cs typeface="Malgun Gothic"/>
              </a:defRPr>
            </a:lvl5pPr>
            <a:lvl6pPr algn="l">
              <a:defRPr sz="2025" b="1">
                <a:solidFill>
                  <a:srgbClr val="15283F"/>
                </a:solidFill>
                <a:latin typeface="Malgun Gothic"/>
                <a:ea typeface="Malgun Gothic"/>
                <a:cs typeface="Malgun Gothic"/>
              </a:defRPr>
            </a:lvl6pPr>
            <a:lvl7pPr algn="l">
              <a:defRPr sz="2025" b="1">
                <a:solidFill>
                  <a:srgbClr val="15283F"/>
                </a:solidFill>
                <a:latin typeface="Malgun Gothic"/>
                <a:ea typeface="Malgun Gothic"/>
                <a:cs typeface="Malgun Gothic"/>
              </a:defRPr>
            </a:lvl7pPr>
            <a:lvl8pPr algn="l">
              <a:defRPr sz="2025" b="1">
                <a:solidFill>
                  <a:srgbClr val="15283F"/>
                </a:solidFill>
                <a:latin typeface="Malgun Gothic"/>
                <a:ea typeface="Malgun Gothic"/>
                <a:cs typeface="Malgun Gothic"/>
              </a:defRPr>
            </a:lvl8pPr>
            <a:lvl9pPr algn="l">
              <a:defRPr sz="2025" b="1">
                <a:solidFill>
                  <a:srgbClr val="15283F"/>
                </a:solidFill>
                <a:latin typeface="Malgun Gothic"/>
                <a:ea typeface="Malgun Gothic"/>
                <a:cs typeface="Malgun Gothic"/>
              </a:defRPr>
            </a:lvl9pPr>
          </a:lstStyle>
          <a:p xmlns:a="http://schemas.openxmlformats.org/drawingml/2006/main">
            <a:pPr algn="l">
              <a:defRPr sz="2025" b="1">
                <a:solidFill>
                  <a:srgbClr val="15283F"/>
                </a:solidFill>
                <a:latin typeface="Malgun Gothic"/>
                <a:ea typeface="Malgun Gothic"/>
                <a:cs typeface="Malgun Gothic"/>
              </a:defRPr>
            </a:pPr>
            <a:r>
              <a:rPr sz="2025" b="1">
                <a:solidFill>
                  <a:srgbClr val="15283F"/>
                </a:solidFill>
                <a:latin typeface="Malgun Gothic"/>
                <a:ea typeface="Malgun Gothic"/>
                <a:cs typeface="Malgun Gothic"/>
              </a:rPr>
              <a:t>같은 행성을 다시 지나며</a:t>
            </a:r>
          </a:p>
          <a:p xmlns:a="http://schemas.openxmlformats.org/drawingml/2006/main">
            <a:pPr algn="l">
              <a:defRPr sz="2025" b="1">
                <a:solidFill>
                  <a:srgbClr val="15283F"/>
                </a:solidFill>
                <a:latin typeface="Malgun Gothic"/>
                <a:ea typeface="Malgun Gothic"/>
                <a:cs typeface="Malgun Gothic"/>
              </a:defRPr>
            </a:pPr>
            <a:r>
              <a:rPr sz="2025" b="1">
                <a:solidFill>
                  <a:srgbClr val="15283F"/>
                </a:solidFill>
                <a:latin typeface="Malgun Gothic"/>
                <a:ea typeface="Malgun Gothic"/>
                <a:cs typeface="Malgun Gothic"/>
              </a:rPr>
              <a:t>다음 구간의 궤도를 만듦</a:t>
            </a:r>
          </a:p>
        </p:txBody>
      </p:sp>
    </p:spTree>
    <p:extLst>
      <p:ext uri="{BB962C8B-B14F-4D97-AF65-F5344CB8AC3E}">
        <p14:creationId xmlns:p14="http://schemas.microsoft.com/office/powerpoint/2010/main" val="1603820613"/>
      </p:ext>
    </p:extLst>
  </p:cSld>
</p:sld>
</file>

<file path=ppt/slides/slide10.xml><?xml version="1.0" encoding="utf-8"?>
<p:sld xmlns:p="http://schemas.openxmlformats.org/presentationml/2006/main">
  <p:cSld>
    <p:bg>
      <p:bgPr>
        <a:solidFill xmlns:a="http://schemas.openxmlformats.org/drawingml/2006/main">
          <a:srgbClr val="080F19"/>
        </a:solidFill>
      </p:bgPr>
    </p:bg>
    <p:spTree>
      <p:nvGrpSpPr>
        <p:cNvPr id="1" name=""/>
        <p:cNvGrpSpPr/>
        <p:nvPr/>
      </p:nvGrpSpPr>
      <p:grpSpPr>
        <a:xfrm xmlns:a="http://schemas.openxmlformats.org/drawingml/2006/main"/>
      </p:grpSpPr>
      <p:sp>
        <p:nvSpPr>
          <p:cNvPr id="7" name="07 · 결론">
            <a:extLst xmlns:a="http://schemas.openxmlformats.org/drawingml/2006/main">
              <a:ext uri="{FF2B5EF4-FFF2-40B4-BE49-F238E27FC236}">
                <a16:creationId xmlns:a16="http://schemas.microsoft.com/office/drawing/2014/main" id="{8B871C78-5398-48E8-B72F-51DB8DD9A1CA}"/>
              </a:ext>
            </a:extLst>
          </p:cNvPr>
          <p:cNvSpPr>
            <a:spLocks xmlns:a="http://schemas.openxmlformats.org/drawingml/2006/main" noGrp="1"/>
          </p:cNvSpPr>
          <p:nvPr/>
        </p:nvSpPr>
        <p:spPr>
          <a:xfrm xmlns:a="http://schemas.openxmlformats.org/drawingml/2006/main">
            <a:off x="685800" y="4000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A8BFD8"/>
                </a:solidFill>
                <a:latin typeface="Malgun Gothic"/>
                <a:ea typeface="Malgun Gothic"/>
                <a:cs typeface="Malgun Gothic"/>
              </a:defRPr>
            </a:defPPr>
            <a:lvl1pPr algn="l">
              <a:buNone/>
              <a:defRPr sz="1200" b="1">
                <a:solidFill>
                  <a:srgbClr val="A8BFD8"/>
                </a:solidFill>
                <a:latin typeface="Malgun Gothic"/>
                <a:ea typeface="Malgun Gothic"/>
                <a:cs typeface="Malgun Gothic"/>
              </a:defRPr>
            </a:lvl1pPr>
            <a:lvl2pPr algn="l">
              <a:buNone/>
              <a:defRPr sz="1200" b="1">
                <a:solidFill>
                  <a:srgbClr val="A8BFD8"/>
                </a:solidFill>
                <a:latin typeface="Malgun Gothic"/>
                <a:ea typeface="Malgun Gothic"/>
                <a:cs typeface="Malgun Gothic"/>
              </a:defRPr>
            </a:lvl2pPr>
            <a:lvl3pPr algn="l">
              <a:buNone/>
              <a:defRPr sz="1200" b="1">
                <a:solidFill>
                  <a:srgbClr val="A8BFD8"/>
                </a:solidFill>
                <a:latin typeface="Malgun Gothic"/>
                <a:ea typeface="Malgun Gothic"/>
                <a:cs typeface="Malgun Gothic"/>
              </a:defRPr>
            </a:lvl3pPr>
            <a:lvl4pPr algn="l">
              <a:buNone/>
              <a:defRPr sz="1200" b="1">
                <a:solidFill>
                  <a:srgbClr val="A8BFD8"/>
                </a:solidFill>
                <a:latin typeface="Malgun Gothic"/>
                <a:ea typeface="Malgun Gothic"/>
                <a:cs typeface="Malgun Gothic"/>
              </a:defRPr>
            </a:lvl4pPr>
            <a:lvl5pPr algn="l">
              <a:buNone/>
              <a:defRPr sz="1200" b="1">
                <a:solidFill>
                  <a:srgbClr val="A8BFD8"/>
                </a:solidFill>
                <a:latin typeface="Malgun Gothic"/>
                <a:ea typeface="Malgun Gothic"/>
                <a:cs typeface="Malgun Gothic"/>
              </a:defRPr>
            </a:lvl5pPr>
            <a:lvl6pPr algn="l">
              <a:buNone/>
              <a:defRPr sz="1200" b="1">
                <a:solidFill>
                  <a:srgbClr val="A8BFD8"/>
                </a:solidFill>
                <a:latin typeface="Malgun Gothic"/>
                <a:ea typeface="Malgun Gothic"/>
                <a:cs typeface="Malgun Gothic"/>
              </a:defRPr>
            </a:lvl6pPr>
            <a:lvl7pPr algn="l">
              <a:buNone/>
              <a:defRPr sz="1200" b="1">
                <a:solidFill>
                  <a:srgbClr val="A8BFD8"/>
                </a:solidFill>
                <a:latin typeface="Malgun Gothic"/>
                <a:ea typeface="Malgun Gothic"/>
                <a:cs typeface="Malgun Gothic"/>
              </a:defRPr>
            </a:lvl7pPr>
            <a:lvl8pPr algn="l">
              <a:buNone/>
              <a:defRPr sz="1200" b="1">
                <a:solidFill>
                  <a:srgbClr val="A8BFD8"/>
                </a:solidFill>
                <a:latin typeface="Malgun Gothic"/>
                <a:ea typeface="Malgun Gothic"/>
                <a:cs typeface="Malgun Gothic"/>
              </a:defRPr>
            </a:lvl8pPr>
            <a:lvl9pPr algn="l">
              <a:buNone/>
              <a:defRPr sz="1200" b="1">
                <a:solidFill>
                  <a:srgbClr val="A8BFD8"/>
                </a:solidFill>
                <a:latin typeface="Malgun Gothic"/>
                <a:ea typeface="Malgun Gothic"/>
                <a:cs typeface="Malgun Gothic"/>
              </a:defRPr>
            </a:lvl9pPr>
          </a:lstStyle>
          <a:p xmlns:a="http://schemas.openxmlformats.org/drawingml/2006/main">
            <a:pPr algn="l">
              <a:buNone/>
              <a:defRPr sz="1200" b="1">
                <a:solidFill>
                  <a:srgbClr val="A8BFD8"/>
                </a:solidFill>
                <a:latin typeface="Malgun Gothic"/>
                <a:ea typeface="Malgun Gothic"/>
                <a:cs typeface="Malgun Gothic"/>
              </a:defRPr>
            </a:pPr>
            <a:r>
              <a:rPr sz="1200" b="1">
                <a:solidFill>
                  <a:srgbClr val="A8BFD8"/>
                </a:solidFill>
                <a:latin typeface="Malgun Gothic"/>
                <a:ea typeface="Malgun Gothic"/>
                <a:cs typeface="Malgun Gothic"/>
              </a:rPr>
              <a:t>07 · 결론</a:t>
            </a:r>
          </a:p>
        </p:txBody>
      </p:sp>
      <p:sp>
        <p:nvSpPr>
          <p:cNvPr id="2" name="FLYBY · 중력 도움">
            <a:extLst xmlns:a="http://schemas.openxmlformats.org/drawingml/2006/main">
              <a:ext uri="{FF2B5EF4-FFF2-40B4-BE49-F238E27FC236}">
                <a16:creationId xmlns:a16="http://schemas.microsoft.com/office/drawing/2014/main" id="{E125AB2E-AB26-454B-BFE6-EE6518A9BDC3}"/>
              </a:ext>
            </a:extLst>
          </p:cNvPr>
          <p:cNvSpPr>
            <a:spLocks xmlns:a="http://schemas.openxmlformats.org/drawingml/2006/main" noGrp="1"/>
          </p:cNvSpPr>
          <p:nvPr/>
        </p:nvSpPr>
        <p:spPr>
          <a:xfrm xmlns:a="http://schemas.openxmlformats.org/drawingml/2006/main">
            <a:off x="685800" y="64293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9AADC2"/>
                </a:solidFill>
                <a:latin typeface="Malgun Gothic"/>
                <a:ea typeface="Malgun Gothic"/>
                <a:cs typeface="Malgun Gothic"/>
              </a:defRPr>
            </a:defPPr>
            <a:lvl1pPr algn="l">
              <a:buNone/>
              <a:defRPr sz="1050" b="0">
                <a:solidFill>
                  <a:srgbClr val="9AADC2"/>
                </a:solidFill>
                <a:latin typeface="Malgun Gothic"/>
                <a:ea typeface="Malgun Gothic"/>
                <a:cs typeface="Malgun Gothic"/>
              </a:defRPr>
            </a:lvl1pPr>
            <a:lvl2pPr algn="l">
              <a:buNone/>
              <a:defRPr sz="1050" b="0">
                <a:solidFill>
                  <a:srgbClr val="9AADC2"/>
                </a:solidFill>
                <a:latin typeface="Malgun Gothic"/>
                <a:ea typeface="Malgun Gothic"/>
                <a:cs typeface="Malgun Gothic"/>
              </a:defRPr>
            </a:lvl2pPr>
            <a:lvl3pPr algn="l">
              <a:buNone/>
              <a:defRPr sz="1050" b="0">
                <a:solidFill>
                  <a:srgbClr val="9AADC2"/>
                </a:solidFill>
                <a:latin typeface="Malgun Gothic"/>
                <a:ea typeface="Malgun Gothic"/>
                <a:cs typeface="Malgun Gothic"/>
              </a:defRPr>
            </a:lvl3pPr>
            <a:lvl4pPr algn="l">
              <a:buNone/>
              <a:defRPr sz="1050" b="0">
                <a:solidFill>
                  <a:srgbClr val="9AADC2"/>
                </a:solidFill>
                <a:latin typeface="Malgun Gothic"/>
                <a:ea typeface="Malgun Gothic"/>
                <a:cs typeface="Malgun Gothic"/>
              </a:defRPr>
            </a:lvl4pPr>
            <a:lvl5pPr algn="l">
              <a:buNone/>
              <a:defRPr sz="1050" b="0">
                <a:solidFill>
                  <a:srgbClr val="9AADC2"/>
                </a:solidFill>
                <a:latin typeface="Malgun Gothic"/>
                <a:ea typeface="Malgun Gothic"/>
                <a:cs typeface="Malgun Gothic"/>
              </a:defRPr>
            </a:lvl5pPr>
            <a:lvl6pPr algn="l">
              <a:buNone/>
              <a:defRPr sz="1050" b="0">
                <a:solidFill>
                  <a:srgbClr val="9AADC2"/>
                </a:solidFill>
                <a:latin typeface="Malgun Gothic"/>
                <a:ea typeface="Malgun Gothic"/>
                <a:cs typeface="Malgun Gothic"/>
              </a:defRPr>
            </a:lvl6pPr>
            <a:lvl7pPr algn="l">
              <a:buNone/>
              <a:defRPr sz="1050" b="0">
                <a:solidFill>
                  <a:srgbClr val="9AADC2"/>
                </a:solidFill>
                <a:latin typeface="Malgun Gothic"/>
                <a:ea typeface="Malgun Gothic"/>
                <a:cs typeface="Malgun Gothic"/>
              </a:defRPr>
            </a:lvl7pPr>
            <a:lvl8pPr algn="l">
              <a:buNone/>
              <a:defRPr sz="1050" b="0">
                <a:solidFill>
                  <a:srgbClr val="9AADC2"/>
                </a:solidFill>
                <a:latin typeface="Malgun Gothic"/>
                <a:ea typeface="Malgun Gothic"/>
                <a:cs typeface="Malgun Gothic"/>
              </a:defRPr>
            </a:lvl8pPr>
            <a:lvl9pPr algn="l">
              <a:buNone/>
              <a:defRPr sz="1050" b="0">
                <a:solidFill>
                  <a:srgbClr val="9AADC2"/>
                </a:solidFill>
                <a:latin typeface="Malgun Gothic"/>
                <a:ea typeface="Malgun Gothic"/>
                <a:cs typeface="Malgun Gothic"/>
              </a:defRPr>
            </a:lvl9pPr>
          </a:lstStyle>
          <a:p xmlns:a="http://schemas.openxmlformats.org/drawingml/2006/main">
            <a:pPr algn="l">
              <a:buNone/>
              <a:defRPr sz="1050" b="0">
                <a:solidFill>
                  <a:srgbClr val="9AADC2"/>
                </a:solidFill>
                <a:latin typeface="Malgun Gothic"/>
                <a:ea typeface="Malgun Gothic"/>
                <a:cs typeface="Malgun Gothic"/>
              </a:defRPr>
            </a:pPr>
            <a:r>
              <a:rPr sz="1050" b="0">
                <a:solidFill>
                  <a:srgbClr val="9AADC2"/>
                </a:solidFill>
                <a:latin typeface="Malgun Gothic"/>
                <a:ea typeface="Malgun Gothic"/>
                <a:cs typeface="Malgun Gothic"/>
              </a:rPr>
              <a:t>FLYBY · 중력 도움</a:t>
            </a:r>
          </a:p>
        </p:txBody>
      </p:sp>
      <p:sp>
        <p:nvSpPr>
          <p:cNvPr id="3" name="18 / 18">
            <a:extLst xmlns:a="http://schemas.openxmlformats.org/drawingml/2006/main">
              <a:ext uri="{FF2B5EF4-FFF2-40B4-BE49-F238E27FC236}">
                <a16:creationId xmlns:a16="http://schemas.microsoft.com/office/drawing/2014/main" id="{217E0985-3C3F-46C2-A840-B7263B4BA1F7}"/>
              </a:ext>
            </a:extLst>
          </p:cNvPr>
          <p:cNvSpPr>
            <a:spLocks xmlns:a="http://schemas.openxmlformats.org/drawingml/2006/main" noGrp="1"/>
          </p:cNvSpPr>
          <p:nvPr/>
        </p:nvSpPr>
        <p:spPr>
          <a:xfrm xmlns:a="http://schemas.openxmlformats.org/drawingml/2006/main">
            <a:off x="10477500" y="6429375"/>
            <a:ext cx="1028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9AADC2"/>
                </a:solidFill>
                <a:latin typeface="Malgun Gothic"/>
                <a:ea typeface="Malgun Gothic"/>
                <a:cs typeface="Malgun Gothic"/>
              </a:defRPr>
            </a:defPPr>
            <a:lvl1pPr algn="r">
              <a:buNone/>
              <a:defRPr sz="1050" b="0">
                <a:solidFill>
                  <a:srgbClr val="9AADC2"/>
                </a:solidFill>
                <a:latin typeface="Malgun Gothic"/>
                <a:ea typeface="Malgun Gothic"/>
                <a:cs typeface="Malgun Gothic"/>
              </a:defRPr>
            </a:lvl1pPr>
            <a:lvl2pPr algn="r">
              <a:buNone/>
              <a:defRPr sz="1050" b="0">
                <a:solidFill>
                  <a:srgbClr val="9AADC2"/>
                </a:solidFill>
                <a:latin typeface="Malgun Gothic"/>
                <a:ea typeface="Malgun Gothic"/>
                <a:cs typeface="Malgun Gothic"/>
              </a:defRPr>
            </a:lvl2pPr>
            <a:lvl3pPr algn="r">
              <a:buNone/>
              <a:defRPr sz="1050" b="0">
                <a:solidFill>
                  <a:srgbClr val="9AADC2"/>
                </a:solidFill>
                <a:latin typeface="Malgun Gothic"/>
                <a:ea typeface="Malgun Gothic"/>
                <a:cs typeface="Malgun Gothic"/>
              </a:defRPr>
            </a:lvl3pPr>
            <a:lvl4pPr algn="r">
              <a:buNone/>
              <a:defRPr sz="1050" b="0">
                <a:solidFill>
                  <a:srgbClr val="9AADC2"/>
                </a:solidFill>
                <a:latin typeface="Malgun Gothic"/>
                <a:ea typeface="Malgun Gothic"/>
                <a:cs typeface="Malgun Gothic"/>
              </a:defRPr>
            </a:lvl4pPr>
            <a:lvl5pPr algn="r">
              <a:buNone/>
              <a:defRPr sz="1050" b="0">
                <a:solidFill>
                  <a:srgbClr val="9AADC2"/>
                </a:solidFill>
                <a:latin typeface="Malgun Gothic"/>
                <a:ea typeface="Malgun Gothic"/>
                <a:cs typeface="Malgun Gothic"/>
              </a:defRPr>
            </a:lvl5pPr>
            <a:lvl6pPr algn="r">
              <a:buNone/>
              <a:defRPr sz="1050" b="0">
                <a:solidFill>
                  <a:srgbClr val="9AADC2"/>
                </a:solidFill>
                <a:latin typeface="Malgun Gothic"/>
                <a:ea typeface="Malgun Gothic"/>
                <a:cs typeface="Malgun Gothic"/>
              </a:defRPr>
            </a:lvl6pPr>
            <a:lvl7pPr algn="r">
              <a:buNone/>
              <a:defRPr sz="1050" b="0">
                <a:solidFill>
                  <a:srgbClr val="9AADC2"/>
                </a:solidFill>
                <a:latin typeface="Malgun Gothic"/>
                <a:ea typeface="Malgun Gothic"/>
                <a:cs typeface="Malgun Gothic"/>
              </a:defRPr>
            </a:lvl7pPr>
            <a:lvl8pPr algn="r">
              <a:buNone/>
              <a:defRPr sz="1050" b="0">
                <a:solidFill>
                  <a:srgbClr val="9AADC2"/>
                </a:solidFill>
                <a:latin typeface="Malgun Gothic"/>
                <a:ea typeface="Malgun Gothic"/>
                <a:cs typeface="Malgun Gothic"/>
              </a:defRPr>
            </a:lvl8pPr>
            <a:lvl9pPr algn="r">
              <a:buNone/>
              <a:defRPr sz="1050" b="0">
                <a:solidFill>
                  <a:srgbClr val="9AADC2"/>
                </a:solidFill>
                <a:latin typeface="Malgun Gothic"/>
                <a:ea typeface="Malgun Gothic"/>
                <a:cs typeface="Malgun Gothic"/>
              </a:defRPr>
            </a:lvl9pPr>
          </a:lstStyle>
          <a:p xmlns:a="http://schemas.openxmlformats.org/drawingml/2006/main">
            <a:pPr algn="r">
              <a:buNone/>
              <a:defRPr sz="1050" b="0">
                <a:solidFill>
                  <a:srgbClr val="9AADC2"/>
                </a:solidFill>
                <a:latin typeface="Malgun Gothic"/>
                <a:ea typeface="Malgun Gothic"/>
                <a:cs typeface="Malgun Gothic"/>
              </a:defRPr>
            </a:pPr>
            <a:r>
              <a:rPr sz="1050" b="0">
                <a:solidFill>
                  <a:srgbClr val="9AADC2"/>
                </a:solidFill>
                <a:latin typeface="Malgun Gothic"/>
                <a:ea typeface="Malgun Gothic"/>
                <a:cs typeface="Malgun Gothic"/>
              </a:rPr>
              <a:t>10 / 10</a:t>
            </a:r>
          </a:p>
        </p:txBody>
      </p:sp>
      <p:sp>
        <p:nvSpPr>
          <p:cNvPr id="4" name="가장 짧은 길이&#10;항상 가장 좋은 길은 아니다">
            <a:extLst xmlns:a="http://schemas.openxmlformats.org/drawingml/2006/main">
              <a:ext uri="{FF2B5EF4-FFF2-40B4-BE49-F238E27FC236}">
                <a16:creationId xmlns:a16="http://schemas.microsoft.com/office/drawing/2014/main" id="{EBC7723F-FAD6-4BA2-8541-D0F986A9B9AF}"/>
              </a:ext>
            </a:extLst>
          </p:cNvPr>
          <p:cNvSpPr>
            <a:spLocks xmlns:a="http://schemas.openxmlformats.org/drawingml/2006/main" noGrp="1"/>
          </p:cNvSpPr>
          <p:nvPr/>
        </p:nvSpPr>
        <p:spPr>
          <a:xfrm xmlns:a="http://schemas.openxmlformats.org/drawingml/2006/main">
            <a:off x="685800" y="1657350"/>
            <a:ext cx="108204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FFFFFF"/>
                </a:solidFill>
                <a:latin typeface="Malgun Gothic"/>
                <a:ea typeface="Malgun Gothic"/>
                <a:cs typeface="Malgun Gothic"/>
              </a:defRPr>
            </a:defPPr>
            <a:lvl1pPr algn="l">
              <a:buNone/>
              <a:defRPr sz="4275" b="1">
                <a:solidFill>
                  <a:srgbClr val="FFFFFF"/>
                </a:solidFill>
                <a:latin typeface="Malgun Gothic"/>
                <a:ea typeface="Malgun Gothic"/>
                <a:cs typeface="Malgun Gothic"/>
              </a:defRPr>
            </a:lvl1pPr>
            <a:lvl2pPr algn="l">
              <a:buNone/>
              <a:defRPr sz="4275" b="1">
                <a:solidFill>
                  <a:srgbClr val="FFFFFF"/>
                </a:solidFill>
                <a:latin typeface="Malgun Gothic"/>
                <a:ea typeface="Malgun Gothic"/>
                <a:cs typeface="Malgun Gothic"/>
              </a:defRPr>
            </a:lvl2pPr>
            <a:lvl3pPr algn="l">
              <a:buNone/>
              <a:defRPr sz="4275" b="1">
                <a:solidFill>
                  <a:srgbClr val="FFFFFF"/>
                </a:solidFill>
                <a:latin typeface="Malgun Gothic"/>
                <a:ea typeface="Malgun Gothic"/>
                <a:cs typeface="Malgun Gothic"/>
              </a:defRPr>
            </a:lvl3pPr>
            <a:lvl4pPr algn="l">
              <a:buNone/>
              <a:defRPr sz="4275" b="1">
                <a:solidFill>
                  <a:srgbClr val="FFFFFF"/>
                </a:solidFill>
                <a:latin typeface="Malgun Gothic"/>
                <a:ea typeface="Malgun Gothic"/>
                <a:cs typeface="Malgun Gothic"/>
              </a:defRPr>
            </a:lvl4pPr>
            <a:lvl5pPr algn="l">
              <a:buNone/>
              <a:defRPr sz="4275" b="1">
                <a:solidFill>
                  <a:srgbClr val="FFFFFF"/>
                </a:solidFill>
                <a:latin typeface="Malgun Gothic"/>
                <a:ea typeface="Malgun Gothic"/>
                <a:cs typeface="Malgun Gothic"/>
              </a:defRPr>
            </a:lvl5pPr>
            <a:lvl6pPr algn="l">
              <a:buNone/>
              <a:defRPr sz="4275" b="1">
                <a:solidFill>
                  <a:srgbClr val="FFFFFF"/>
                </a:solidFill>
                <a:latin typeface="Malgun Gothic"/>
                <a:ea typeface="Malgun Gothic"/>
                <a:cs typeface="Malgun Gothic"/>
              </a:defRPr>
            </a:lvl6pPr>
            <a:lvl7pPr algn="l">
              <a:buNone/>
              <a:defRPr sz="4275" b="1">
                <a:solidFill>
                  <a:srgbClr val="FFFFFF"/>
                </a:solidFill>
                <a:latin typeface="Malgun Gothic"/>
                <a:ea typeface="Malgun Gothic"/>
                <a:cs typeface="Malgun Gothic"/>
              </a:defRPr>
            </a:lvl7pPr>
            <a:lvl8pPr algn="l">
              <a:buNone/>
              <a:defRPr sz="4275" b="1">
                <a:solidFill>
                  <a:srgbClr val="FFFFFF"/>
                </a:solidFill>
                <a:latin typeface="Malgun Gothic"/>
                <a:ea typeface="Malgun Gothic"/>
                <a:cs typeface="Malgun Gothic"/>
              </a:defRPr>
            </a:lvl8pPr>
            <a:lvl9pPr algn="l">
              <a:buNone/>
              <a:defRPr sz="4275" b="1">
                <a:solidFill>
                  <a:srgbClr val="FFFFFF"/>
                </a:solidFill>
                <a:latin typeface="Malgun Gothic"/>
                <a:ea typeface="Malgun Gothic"/>
                <a:cs typeface="Malgun Gothic"/>
              </a:defRPr>
            </a:lvl9pPr>
          </a:lstStyle>
          <a:p xmlns:a="http://schemas.openxmlformats.org/drawingml/2006/main">
            <a:pPr algn="l">
              <a:buNone/>
              <a:defRPr sz="4275" b="1">
                <a:solidFill>
                  <a:srgbClr val="FFFFFF"/>
                </a:solidFill>
                <a:latin typeface="Malgun Gothic"/>
                <a:ea typeface="Malgun Gothic"/>
                <a:cs typeface="Malgun Gothic"/>
              </a:defRPr>
            </a:pPr>
            <a:r>
              <a:rPr sz="4275" b="1">
                <a:solidFill>
                  <a:srgbClr val="FFFFFF"/>
                </a:solidFill>
                <a:latin typeface="Malgun Gothic"/>
                <a:ea typeface="Malgun Gothic"/>
                <a:cs typeface="Malgun Gothic"/>
              </a:rPr>
              <a:t>가장 짧은 길이</a:t>
            </a:r>
          </a:p>
          <a:p xmlns:a="http://schemas.openxmlformats.org/drawingml/2006/main">
            <a:pPr algn="l">
              <a:buNone/>
              <a:defRPr sz="4275" b="1">
                <a:solidFill>
                  <a:srgbClr val="FFFFFF"/>
                </a:solidFill>
                <a:latin typeface="Malgun Gothic"/>
                <a:ea typeface="Malgun Gothic"/>
                <a:cs typeface="Malgun Gothic"/>
              </a:defRPr>
            </a:pPr>
            <a:r>
              <a:rPr sz="4275" b="1">
                <a:solidFill>
                  <a:srgbClr val="FFFFFF"/>
                </a:solidFill>
                <a:latin typeface="Malgun Gothic"/>
                <a:ea typeface="Malgun Gothic"/>
                <a:cs typeface="Malgun Gothic"/>
              </a:rPr>
              <a:t>항상 가장 좋은 길은 아니다</a:t>
            </a:r>
          </a:p>
        </p:txBody>
      </p:sp>
      <p:sp>
        <p:nvSpPr>
          <p:cNvPr id="5" name="움직이는 행성의 중력을 이용해&#10;필요한 속력과 방향을 얻는다">
            <a:extLst xmlns:a="http://schemas.openxmlformats.org/drawingml/2006/main">
              <a:ext uri="{FF2B5EF4-FFF2-40B4-BE49-F238E27FC236}">
                <a16:creationId xmlns:a16="http://schemas.microsoft.com/office/drawing/2014/main" id="{D1913AA0-E858-40ED-B9F0-60369F301361}"/>
              </a:ext>
            </a:extLst>
          </p:cNvPr>
          <p:cNvSpPr>
            <a:spLocks xmlns:a="http://schemas.openxmlformats.org/drawingml/2006/main" noGrp="1"/>
          </p:cNvSpPr>
          <p:nvPr/>
        </p:nvSpPr>
        <p:spPr>
          <a:xfrm xmlns:a="http://schemas.openxmlformats.org/drawingml/2006/main">
            <a:off x="723900" y="3981450"/>
            <a:ext cx="10287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BCD3E9"/>
                </a:solidFill>
                <a:latin typeface="Malgun Gothic"/>
                <a:ea typeface="Malgun Gothic"/>
                <a:cs typeface="Malgun Gothic"/>
              </a:defRPr>
            </a:defPPr>
            <a:lvl1pPr algn="l">
              <a:buNone/>
              <a:defRPr sz="2700" b="1">
                <a:solidFill>
                  <a:srgbClr val="BCD3E9"/>
                </a:solidFill>
                <a:latin typeface="Malgun Gothic"/>
                <a:ea typeface="Malgun Gothic"/>
                <a:cs typeface="Malgun Gothic"/>
              </a:defRPr>
            </a:lvl1pPr>
            <a:lvl2pPr algn="l">
              <a:buNone/>
              <a:defRPr sz="2700" b="1">
                <a:solidFill>
                  <a:srgbClr val="BCD3E9"/>
                </a:solidFill>
                <a:latin typeface="Malgun Gothic"/>
                <a:ea typeface="Malgun Gothic"/>
                <a:cs typeface="Malgun Gothic"/>
              </a:defRPr>
            </a:lvl2pPr>
            <a:lvl3pPr algn="l">
              <a:buNone/>
              <a:defRPr sz="2700" b="1">
                <a:solidFill>
                  <a:srgbClr val="BCD3E9"/>
                </a:solidFill>
                <a:latin typeface="Malgun Gothic"/>
                <a:ea typeface="Malgun Gothic"/>
                <a:cs typeface="Malgun Gothic"/>
              </a:defRPr>
            </a:lvl3pPr>
            <a:lvl4pPr algn="l">
              <a:buNone/>
              <a:defRPr sz="2700" b="1">
                <a:solidFill>
                  <a:srgbClr val="BCD3E9"/>
                </a:solidFill>
                <a:latin typeface="Malgun Gothic"/>
                <a:ea typeface="Malgun Gothic"/>
                <a:cs typeface="Malgun Gothic"/>
              </a:defRPr>
            </a:lvl4pPr>
            <a:lvl5pPr algn="l">
              <a:buNone/>
              <a:defRPr sz="2700" b="1">
                <a:solidFill>
                  <a:srgbClr val="BCD3E9"/>
                </a:solidFill>
                <a:latin typeface="Malgun Gothic"/>
                <a:ea typeface="Malgun Gothic"/>
                <a:cs typeface="Malgun Gothic"/>
              </a:defRPr>
            </a:lvl5pPr>
            <a:lvl6pPr algn="l">
              <a:buNone/>
              <a:defRPr sz="2700" b="1">
                <a:solidFill>
                  <a:srgbClr val="BCD3E9"/>
                </a:solidFill>
                <a:latin typeface="Malgun Gothic"/>
                <a:ea typeface="Malgun Gothic"/>
                <a:cs typeface="Malgun Gothic"/>
              </a:defRPr>
            </a:lvl6pPr>
            <a:lvl7pPr algn="l">
              <a:buNone/>
              <a:defRPr sz="2700" b="1">
                <a:solidFill>
                  <a:srgbClr val="BCD3E9"/>
                </a:solidFill>
                <a:latin typeface="Malgun Gothic"/>
                <a:ea typeface="Malgun Gothic"/>
                <a:cs typeface="Malgun Gothic"/>
              </a:defRPr>
            </a:lvl7pPr>
            <a:lvl8pPr algn="l">
              <a:buNone/>
              <a:defRPr sz="2700" b="1">
                <a:solidFill>
                  <a:srgbClr val="BCD3E9"/>
                </a:solidFill>
                <a:latin typeface="Malgun Gothic"/>
                <a:ea typeface="Malgun Gothic"/>
                <a:cs typeface="Malgun Gothic"/>
              </a:defRPr>
            </a:lvl8pPr>
            <a:lvl9pPr algn="l">
              <a:buNone/>
              <a:defRPr sz="2700" b="1">
                <a:solidFill>
                  <a:srgbClr val="BCD3E9"/>
                </a:solidFill>
                <a:latin typeface="Malgun Gothic"/>
                <a:ea typeface="Malgun Gothic"/>
                <a:cs typeface="Malgun Gothic"/>
              </a:defRPr>
            </a:lvl9pPr>
          </a:lstStyle>
          <a:p xmlns:a="http://schemas.openxmlformats.org/drawingml/2006/main">
            <a:pPr algn="l">
              <a:buNone/>
              <a:defRPr sz="2700" b="1">
                <a:solidFill>
                  <a:srgbClr val="BCD3E9"/>
                </a:solidFill>
                <a:latin typeface="Malgun Gothic"/>
                <a:ea typeface="Malgun Gothic"/>
                <a:cs typeface="Malgun Gothic"/>
              </a:defRPr>
            </a:pPr>
            <a:r>
              <a:rPr sz="2700" b="1">
                <a:solidFill>
                  <a:srgbClr val="BCD3E9"/>
                </a:solidFill>
                <a:latin typeface="Malgun Gothic"/>
                <a:ea typeface="Malgun Gothic"/>
                <a:cs typeface="Malgun Gothic"/>
              </a:rPr>
              <a:t>움직이는 행성의 중력을 이용해</a:t>
            </a:r>
          </a:p>
          <a:p xmlns:a="http://schemas.openxmlformats.org/drawingml/2006/main">
            <a:pPr algn="l">
              <a:buNone/>
              <a:defRPr sz="2700" b="1">
                <a:solidFill>
                  <a:srgbClr val="BCD3E9"/>
                </a:solidFill>
                <a:latin typeface="Malgun Gothic"/>
                <a:ea typeface="Malgun Gothic"/>
                <a:cs typeface="Malgun Gothic"/>
              </a:defRPr>
            </a:pPr>
            <a:r>
              <a:rPr sz="2700" b="1">
                <a:solidFill>
                  <a:srgbClr val="BCD3E9"/>
                </a:solidFill>
                <a:latin typeface="Malgun Gothic"/>
                <a:ea typeface="Malgun Gothic"/>
                <a:cs typeface="Malgun Gothic"/>
              </a:rPr>
              <a:t>속력과 방향을 바꾼다</a:t>
            </a:r>
          </a:p>
        </p:txBody>
      </p:sp>
      <p:sp>
        <p:nvSpPr>
          <p:cNvPr id="6" name="FLYBY">
            <a:extLst xmlns:a="http://schemas.openxmlformats.org/drawingml/2006/main">
              <a:ext uri="{FF2B5EF4-FFF2-40B4-BE49-F238E27FC236}">
                <a16:creationId xmlns:a16="http://schemas.microsoft.com/office/drawing/2014/main" id="{DEEA7280-0F2F-4217-9203-061367CF5648}"/>
              </a:ext>
            </a:extLst>
          </p:cNvPr>
          <p:cNvSpPr>
            <a:spLocks xmlns:a="http://schemas.openxmlformats.org/drawingml/2006/main" noGrp="1"/>
          </p:cNvSpPr>
          <p:nvPr/>
        </p:nvSpPr>
        <p:spPr>
          <a:xfrm xmlns:a="http://schemas.openxmlformats.org/drawingml/2006/main">
            <a:off x="723900" y="56197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CB6D3"/>
                </a:solidFill>
                <a:latin typeface="Malgun Gothic"/>
                <a:ea typeface="Malgun Gothic"/>
                <a:cs typeface="Malgun Gothic"/>
              </a:defRPr>
            </a:defPPr>
            <a:lvl1pPr algn="l">
              <a:buNone/>
              <a:defRPr sz="1875" b="1">
                <a:solidFill>
                  <a:srgbClr val="9CB6D3"/>
                </a:solidFill>
                <a:latin typeface="Malgun Gothic"/>
                <a:ea typeface="Malgun Gothic"/>
                <a:cs typeface="Malgun Gothic"/>
              </a:defRPr>
            </a:lvl1pPr>
            <a:lvl2pPr algn="l">
              <a:buNone/>
              <a:defRPr sz="1875" b="1">
                <a:solidFill>
                  <a:srgbClr val="9CB6D3"/>
                </a:solidFill>
                <a:latin typeface="Malgun Gothic"/>
                <a:ea typeface="Malgun Gothic"/>
                <a:cs typeface="Malgun Gothic"/>
              </a:defRPr>
            </a:lvl2pPr>
            <a:lvl3pPr algn="l">
              <a:buNone/>
              <a:defRPr sz="1875" b="1">
                <a:solidFill>
                  <a:srgbClr val="9CB6D3"/>
                </a:solidFill>
                <a:latin typeface="Malgun Gothic"/>
                <a:ea typeface="Malgun Gothic"/>
                <a:cs typeface="Malgun Gothic"/>
              </a:defRPr>
            </a:lvl3pPr>
            <a:lvl4pPr algn="l">
              <a:buNone/>
              <a:defRPr sz="1875" b="1">
                <a:solidFill>
                  <a:srgbClr val="9CB6D3"/>
                </a:solidFill>
                <a:latin typeface="Malgun Gothic"/>
                <a:ea typeface="Malgun Gothic"/>
                <a:cs typeface="Malgun Gothic"/>
              </a:defRPr>
            </a:lvl4pPr>
            <a:lvl5pPr algn="l">
              <a:buNone/>
              <a:defRPr sz="1875" b="1">
                <a:solidFill>
                  <a:srgbClr val="9CB6D3"/>
                </a:solidFill>
                <a:latin typeface="Malgun Gothic"/>
                <a:ea typeface="Malgun Gothic"/>
                <a:cs typeface="Malgun Gothic"/>
              </a:defRPr>
            </a:lvl5pPr>
            <a:lvl6pPr algn="l">
              <a:buNone/>
              <a:defRPr sz="1875" b="1">
                <a:solidFill>
                  <a:srgbClr val="9CB6D3"/>
                </a:solidFill>
                <a:latin typeface="Malgun Gothic"/>
                <a:ea typeface="Malgun Gothic"/>
                <a:cs typeface="Malgun Gothic"/>
              </a:defRPr>
            </a:lvl6pPr>
            <a:lvl7pPr algn="l">
              <a:buNone/>
              <a:defRPr sz="1875" b="1">
                <a:solidFill>
                  <a:srgbClr val="9CB6D3"/>
                </a:solidFill>
                <a:latin typeface="Malgun Gothic"/>
                <a:ea typeface="Malgun Gothic"/>
                <a:cs typeface="Malgun Gothic"/>
              </a:defRPr>
            </a:lvl7pPr>
            <a:lvl8pPr algn="l">
              <a:buNone/>
              <a:defRPr sz="1875" b="1">
                <a:solidFill>
                  <a:srgbClr val="9CB6D3"/>
                </a:solidFill>
                <a:latin typeface="Malgun Gothic"/>
                <a:ea typeface="Malgun Gothic"/>
                <a:cs typeface="Malgun Gothic"/>
              </a:defRPr>
            </a:lvl8pPr>
            <a:lvl9pPr algn="l">
              <a:buNone/>
              <a:defRPr sz="1875" b="1">
                <a:solidFill>
                  <a:srgbClr val="9CB6D3"/>
                </a:solidFill>
                <a:latin typeface="Malgun Gothic"/>
                <a:ea typeface="Malgun Gothic"/>
                <a:cs typeface="Malgun Gothic"/>
              </a:defRPr>
            </a:lvl9pPr>
          </a:lstStyle>
          <a:p xmlns:a="http://schemas.openxmlformats.org/drawingml/2006/main">
            <a:pPr algn="l">
              <a:buNone/>
              <a:defRPr sz="1875" b="1">
                <a:solidFill>
                  <a:srgbClr val="9CB6D3"/>
                </a:solidFill>
                <a:latin typeface="Malgun Gothic"/>
                <a:ea typeface="Malgun Gothic"/>
                <a:cs typeface="Malgun Gothic"/>
              </a:defRPr>
            </a:pPr>
            <a:r>
              <a:rPr sz="1875" b="1">
                <a:solidFill>
                  <a:srgbClr val="9CB6D3"/>
                </a:solidFill>
                <a:latin typeface="Malgun Gothic"/>
                <a:ea typeface="Malgun Gothic"/>
                <a:cs typeface="Malgun Gothic"/>
              </a:rPr>
              <a:t>FLYBY</a:t>
            </a:r>
          </a:p>
        </p:txBody>
      </p:sp>
    </p:spTree>
    <p:extLst>
      <p:ext uri="{BB962C8B-B14F-4D97-AF65-F5344CB8AC3E}">
        <p14:creationId xmlns:p14="http://schemas.microsoft.com/office/powerpoint/2010/main" val="1186064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2026-10-20T14:57:24.5460000Z</dcterms:created>
  <dcterms:modified xsi:type="dcterms:W3CDTF">2026-10-20T14:57:24.5460000Z</dcterms:modified>
</coreProperties>
</file>